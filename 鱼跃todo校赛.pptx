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5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2" r:id="rId6"/>
    <p:sldId id="264" r:id="rId7"/>
    <p:sldId id="281" r:id="rId8"/>
    <p:sldId id="280" r:id="rId9"/>
    <p:sldId id="284" r:id="rId10"/>
    <p:sldId id="266" r:id="rId11"/>
    <p:sldId id="260" r:id="rId12"/>
    <p:sldId id="267" r:id="rId13"/>
    <p:sldId id="261" r:id="rId14"/>
    <p:sldId id="271" r:id="rId15"/>
    <p:sldId id="268" r:id="rId16"/>
    <p:sldId id="283" r:id="rId17"/>
  </p:sldIdLst>
  <p:sldSz cx="12192000" cy="685800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D2A"/>
    <a:srgbClr val="035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33" autoAdjust="0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8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包含 游戏机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90500" dist="50800" dir="5400000" algn="ctr" rotWithShape="0">
              <a:schemeClr val="accent1">
                <a:alpha val="30000"/>
              </a:schemeClr>
            </a:outerShdw>
          </a:effectLst>
        </p:spPr>
      </p:pic>
      <p:sp>
        <p:nvSpPr>
          <p:cNvPr id="7" name="矩形: 圆角 6"/>
          <p:cNvSpPr/>
          <p:nvPr userDrawn="1"/>
        </p:nvSpPr>
        <p:spPr>
          <a:xfrm>
            <a:off x="236843" y="230574"/>
            <a:ext cx="11718314" cy="6396852"/>
          </a:xfrm>
          <a:prstGeom prst="roundRect">
            <a:avLst>
              <a:gd name="adj" fmla="val 262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13" Type="http://schemas.openxmlformats.org/officeDocument/2006/relationships/image" Target="../media/image8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7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6.png"/><Relationship Id="rId5" Type="http://schemas.openxmlformats.org/officeDocument/2006/relationships/tags" Target="../tags/tag5.xml"/><Relationship Id="rId10" Type="http://schemas.openxmlformats.org/officeDocument/2006/relationships/image" Target="../media/image5.svg"/><Relationship Id="rId4" Type="http://schemas.openxmlformats.org/officeDocument/2006/relationships/tags" Target="../tags/tag4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notesSlide" Target="../notesSlides/notesSlide13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10" Type="http://schemas.openxmlformats.org/officeDocument/2006/relationships/tags" Target="../tags/tag16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notesSlide" Target="../notesSlides/notesSlide15.xml"/><Relationship Id="rId2" Type="http://schemas.openxmlformats.org/officeDocument/2006/relationships/tags" Target="../tags/tag26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10" Type="http://schemas.openxmlformats.org/officeDocument/2006/relationships/tags" Target="../tags/tag34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2.xml"/><Relationship Id="rId7" Type="http://schemas.openxmlformats.org/officeDocument/2006/relationships/image" Target="../media/image3.jpe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8.png"/><Relationship Id="rId4" Type="http://schemas.openxmlformats.org/officeDocument/2006/relationships/tags" Target="../tags/tag43.xml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2" descr="图片包含 游戏机, 玻璃, 瓶子&#10;&#10;AI 生成的内容可能不正确。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>
            <a:off x="2399912" y="3918922"/>
            <a:ext cx="7392177" cy="584775"/>
            <a:chOff x="2389567" y="4511587"/>
            <a:chExt cx="7392177" cy="584775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2389567" y="4787041"/>
              <a:ext cx="1132663" cy="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8649081" y="4787041"/>
              <a:ext cx="1132663" cy="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3748855" y="4511587"/>
              <a:ext cx="4673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2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探索未至之境</a:t>
              </a:r>
            </a:p>
          </p:txBody>
        </p:sp>
      </p:grpSp>
      <p:sp>
        <p:nvSpPr>
          <p:cNvPr id="41" name="TextBox 17"/>
          <p:cNvSpPr txBox="1"/>
          <p:nvPr/>
        </p:nvSpPr>
        <p:spPr>
          <a:xfrm>
            <a:off x="2406083" y="4540476"/>
            <a:ext cx="7379834" cy="552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ea typeface="Roboto Light" charset="0"/>
                <a:cs typeface="Roboto Light" charset="0"/>
              </a:rPr>
              <a:t>Lorem Ipsum is simply dummy text of the printing and typesetting industry. Lorem Ipsum has been the industry's </a:t>
            </a:r>
            <a:r>
              <a:rPr lang="en-US" altLang="zh-CN" sz="1200" dirty="0">
                <a:solidFill>
                  <a:schemeClr val="bg1"/>
                </a:solidFill>
                <a:ea typeface="Roboto Light" charset="0"/>
                <a:cs typeface="Roboto Light" charset="0"/>
              </a:rPr>
              <a:t>Ipsum is simply dummy text of the printing and typesetting industry. 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614086" y="543457"/>
            <a:ext cx="180000" cy="180000"/>
          </a:xfrm>
          <a:prstGeom prst="roundRect">
            <a:avLst>
              <a:gd name="adj" fmla="val 50000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885332" y="497569"/>
            <a:ext cx="1332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</a:rPr>
              <a:t>探索</a:t>
            </a:r>
            <a:r>
              <a:rPr lang="en-US" altLang="zh-CN" sz="1400" dirty="0">
                <a:solidFill>
                  <a:schemeClr val="bg1"/>
                </a:solidFill>
              </a:rPr>
              <a:t>AI</a:t>
            </a:r>
            <a:r>
              <a:rPr lang="zh-CN" altLang="en-US" sz="1400" dirty="0">
                <a:solidFill>
                  <a:schemeClr val="bg1"/>
                </a:solidFill>
              </a:rPr>
              <a:t>世界</a:t>
            </a:r>
          </a:p>
        </p:txBody>
      </p:sp>
      <p:sp>
        <p:nvSpPr>
          <p:cNvPr id="51" name="任意多边形: 形状 50"/>
          <p:cNvSpPr>
            <a:spLocks noChangeArrowheads="1"/>
          </p:cNvSpPr>
          <p:nvPr/>
        </p:nvSpPr>
        <p:spPr bwMode="auto">
          <a:xfrm>
            <a:off x="933170" y="5437532"/>
            <a:ext cx="1008095" cy="524171"/>
          </a:xfrm>
          <a:custGeom>
            <a:avLst/>
            <a:gdLst>
              <a:gd name="connsiteX0" fmla="*/ 1674019 w 1709738"/>
              <a:gd name="connsiteY0" fmla="*/ 812800 h 889000"/>
              <a:gd name="connsiteX1" fmla="*/ 1709738 w 1709738"/>
              <a:gd name="connsiteY1" fmla="*/ 850900 h 889000"/>
              <a:gd name="connsiteX2" fmla="*/ 1674019 w 1709738"/>
              <a:gd name="connsiteY2" fmla="*/ 889000 h 889000"/>
              <a:gd name="connsiteX3" fmla="*/ 1638300 w 1709738"/>
              <a:gd name="connsiteY3" fmla="*/ 850900 h 889000"/>
              <a:gd name="connsiteX4" fmla="*/ 1674019 w 1709738"/>
              <a:gd name="connsiteY4" fmla="*/ 812800 h 889000"/>
              <a:gd name="connsiteX5" fmla="*/ 1346994 w 1709738"/>
              <a:gd name="connsiteY5" fmla="*/ 812800 h 889000"/>
              <a:gd name="connsiteX6" fmla="*/ 1382713 w 1709738"/>
              <a:gd name="connsiteY6" fmla="*/ 850900 h 889000"/>
              <a:gd name="connsiteX7" fmla="*/ 1346994 w 1709738"/>
              <a:gd name="connsiteY7" fmla="*/ 889000 h 889000"/>
              <a:gd name="connsiteX8" fmla="*/ 1311275 w 1709738"/>
              <a:gd name="connsiteY8" fmla="*/ 850900 h 889000"/>
              <a:gd name="connsiteX9" fmla="*/ 1346994 w 1709738"/>
              <a:gd name="connsiteY9" fmla="*/ 812800 h 889000"/>
              <a:gd name="connsiteX10" fmla="*/ 1018381 w 1709738"/>
              <a:gd name="connsiteY10" fmla="*/ 812800 h 889000"/>
              <a:gd name="connsiteX11" fmla="*/ 1054100 w 1709738"/>
              <a:gd name="connsiteY11" fmla="*/ 850900 h 889000"/>
              <a:gd name="connsiteX12" fmla="*/ 1018381 w 1709738"/>
              <a:gd name="connsiteY12" fmla="*/ 889000 h 889000"/>
              <a:gd name="connsiteX13" fmla="*/ 982662 w 1709738"/>
              <a:gd name="connsiteY13" fmla="*/ 850900 h 889000"/>
              <a:gd name="connsiteX14" fmla="*/ 1018381 w 1709738"/>
              <a:gd name="connsiteY14" fmla="*/ 812800 h 889000"/>
              <a:gd name="connsiteX15" fmla="*/ 691356 w 1709738"/>
              <a:gd name="connsiteY15" fmla="*/ 812800 h 889000"/>
              <a:gd name="connsiteX16" fmla="*/ 727075 w 1709738"/>
              <a:gd name="connsiteY16" fmla="*/ 850900 h 889000"/>
              <a:gd name="connsiteX17" fmla="*/ 691356 w 1709738"/>
              <a:gd name="connsiteY17" fmla="*/ 889000 h 889000"/>
              <a:gd name="connsiteX18" fmla="*/ 655637 w 1709738"/>
              <a:gd name="connsiteY18" fmla="*/ 850900 h 889000"/>
              <a:gd name="connsiteX19" fmla="*/ 691356 w 1709738"/>
              <a:gd name="connsiteY19" fmla="*/ 812800 h 889000"/>
              <a:gd name="connsiteX20" fmla="*/ 364331 w 1709738"/>
              <a:gd name="connsiteY20" fmla="*/ 812800 h 889000"/>
              <a:gd name="connsiteX21" fmla="*/ 400050 w 1709738"/>
              <a:gd name="connsiteY21" fmla="*/ 850900 h 889000"/>
              <a:gd name="connsiteX22" fmla="*/ 364331 w 1709738"/>
              <a:gd name="connsiteY22" fmla="*/ 889000 h 889000"/>
              <a:gd name="connsiteX23" fmla="*/ 328612 w 1709738"/>
              <a:gd name="connsiteY23" fmla="*/ 850900 h 889000"/>
              <a:gd name="connsiteX24" fmla="*/ 364331 w 1709738"/>
              <a:gd name="connsiteY24" fmla="*/ 812800 h 889000"/>
              <a:gd name="connsiteX25" fmla="*/ 35719 w 1709738"/>
              <a:gd name="connsiteY25" fmla="*/ 812800 h 889000"/>
              <a:gd name="connsiteX26" fmla="*/ 71438 w 1709738"/>
              <a:gd name="connsiteY26" fmla="*/ 850900 h 889000"/>
              <a:gd name="connsiteX27" fmla="*/ 35719 w 1709738"/>
              <a:gd name="connsiteY27" fmla="*/ 889000 h 889000"/>
              <a:gd name="connsiteX28" fmla="*/ 0 w 1709738"/>
              <a:gd name="connsiteY28" fmla="*/ 850900 h 889000"/>
              <a:gd name="connsiteX29" fmla="*/ 35719 w 1709738"/>
              <a:gd name="connsiteY29" fmla="*/ 812800 h 889000"/>
              <a:gd name="connsiteX30" fmla="*/ 1674019 w 1709738"/>
              <a:gd name="connsiteY30" fmla="*/ 542925 h 889000"/>
              <a:gd name="connsiteX31" fmla="*/ 1709738 w 1709738"/>
              <a:gd name="connsiteY31" fmla="*/ 578644 h 889000"/>
              <a:gd name="connsiteX32" fmla="*/ 1674019 w 1709738"/>
              <a:gd name="connsiteY32" fmla="*/ 614363 h 889000"/>
              <a:gd name="connsiteX33" fmla="*/ 1638300 w 1709738"/>
              <a:gd name="connsiteY33" fmla="*/ 578644 h 889000"/>
              <a:gd name="connsiteX34" fmla="*/ 1674019 w 1709738"/>
              <a:gd name="connsiteY34" fmla="*/ 542925 h 889000"/>
              <a:gd name="connsiteX35" fmla="*/ 1346994 w 1709738"/>
              <a:gd name="connsiteY35" fmla="*/ 542925 h 889000"/>
              <a:gd name="connsiteX36" fmla="*/ 1382713 w 1709738"/>
              <a:gd name="connsiteY36" fmla="*/ 578644 h 889000"/>
              <a:gd name="connsiteX37" fmla="*/ 1346994 w 1709738"/>
              <a:gd name="connsiteY37" fmla="*/ 614363 h 889000"/>
              <a:gd name="connsiteX38" fmla="*/ 1311275 w 1709738"/>
              <a:gd name="connsiteY38" fmla="*/ 578644 h 889000"/>
              <a:gd name="connsiteX39" fmla="*/ 1346994 w 1709738"/>
              <a:gd name="connsiteY39" fmla="*/ 542925 h 889000"/>
              <a:gd name="connsiteX40" fmla="*/ 1018381 w 1709738"/>
              <a:gd name="connsiteY40" fmla="*/ 542925 h 889000"/>
              <a:gd name="connsiteX41" fmla="*/ 1054100 w 1709738"/>
              <a:gd name="connsiteY41" fmla="*/ 578644 h 889000"/>
              <a:gd name="connsiteX42" fmla="*/ 1018381 w 1709738"/>
              <a:gd name="connsiteY42" fmla="*/ 614363 h 889000"/>
              <a:gd name="connsiteX43" fmla="*/ 982662 w 1709738"/>
              <a:gd name="connsiteY43" fmla="*/ 578644 h 889000"/>
              <a:gd name="connsiteX44" fmla="*/ 1018381 w 1709738"/>
              <a:gd name="connsiteY44" fmla="*/ 542925 h 889000"/>
              <a:gd name="connsiteX45" fmla="*/ 691356 w 1709738"/>
              <a:gd name="connsiteY45" fmla="*/ 542925 h 889000"/>
              <a:gd name="connsiteX46" fmla="*/ 727075 w 1709738"/>
              <a:gd name="connsiteY46" fmla="*/ 578644 h 889000"/>
              <a:gd name="connsiteX47" fmla="*/ 691356 w 1709738"/>
              <a:gd name="connsiteY47" fmla="*/ 614363 h 889000"/>
              <a:gd name="connsiteX48" fmla="*/ 655637 w 1709738"/>
              <a:gd name="connsiteY48" fmla="*/ 578644 h 889000"/>
              <a:gd name="connsiteX49" fmla="*/ 691356 w 1709738"/>
              <a:gd name="connsiteY49" fmla="*/ 542925 h 889000"/>
              <a:gd name="connsiteX50" fmla="*/ 364331 w 1709738"/>
              <a:gd name="connsiteY50" fmla="*/ 542925 h 889000"/>
              <a:gd name="connsiteX51" fmla="*/ 400050 w 1709738"/>
              <a:gd name="connsiteY51" fmla="*/ 578644 h 889000"/>
              <a:gd name="connsiteX52" fmla="*/ 364331 w 1709738"/>
              <a:gd name="connsiteY52" fmla="*/ 614363 h 889000"/>
              <a:gd name="connsiteX53" fmla="*/ 328612 w 1709738"/>
              <a:gd name="connsiteY53" fmla="*/ 578644 h 889000"/>
              <a:gd name="connsiteX54" fmla="*/ 364331 w 1709738"/>
              <a:gd name="connsiteY54" fmla="*/ 542925 h 889000"/>
              <a:gd name="connsiteX55" fmla="*/ 35719 w 1709738"/>
              <a:gd name="connsiteY55" fmla="*/ 542925 h 889000"/>
              <a:gd name="connsiteX56" fmla="*/ 71438 w 1709738"/>
              <a:gd name="connsiteY56" fmla="*/ 578644 h 889000"/>
              <a:gd name="connsiteX57" fmla="*/ 35719 w 1709738"/>
              <a:gd name="connsiteY57" fmla="*/ 614363 h 889000"/>
              <a:gd name="connsiteX58" fmla="*/ 0 w 1709738"/>
              <a:gd name="connsiteY58" fmla="*/ 578644 h 889000"/>
              <a:gd name="connsiteX59" fmla="*/ 35719 w 1709738"/>
              <a:gd name="connsiteY59" fmla="*/ 542925 h 889000"/>
              <a:gd name="connsiteX60" fmla="*/ 1674019 w 1709738"/>
              <a:gd name="connsiteY60" fmla="*/ 271463 h 889000"/>
              <a:gd name="connsiteX61" fmla="*/ 1709738 w 1709738"/>
              <a:gd name="connsiteY61" fmla="*/ 307182 h 889000"/>
              <a:gd name="connsiteX62" fmla="*/ 1674019 w 1709738"/>
              <a:gd name="connsiteY62" fmla="*/ 342901 h 889000"/>
              <a:gd name="connsiteX63" fmla="*/ 1638300 w 1709738"/>
              <a:gd name="connsiteY63" fmla="*/ 307182 h 889000"/>
              <a:gd name="connsiteX64" fmla="*/ 1674019 w 1709738"/>
              <a:gd name="connsiteY64" fmla="*/ 271463 h 889000"/>
              <a:gd name="connsiteX65" fmla="*/ 1346994 w 1709738"/>
              <a:gd name="connsiteY65" fmla="*/ 271463 h 889000"/>
              <a:gd name="connsiteX66" fmla="*/ 1382713 w 1709738"/>
              <a:gd name="connsiteY66" fmla="*/ 307182 h 889000"/>
              <a:gd name="connsiteX67" fmla="*/ 1346994 w 1709738"/>
              <a:gd name="connsiteY67" fmla="*/ 342901 h 889000"/>
              <a:gd name="connsiteX68" fmla="*/ 1311275 w 1709738"/>
              <a:gd name="connsiteY68" fmla="*/ 307182 h 889000"/>
              <a:gd name="connsiteX69" fmla="*/ 1346994 w 1709738"/>
              <a:gd name="connsiteY69" fmla="*/ 271463 h 889000"/>
              <a:gd name="connsiteX70" fmla="*/ 1018381 w 1709738"/>
              <a:gd name="connsiteY70" fmla="*/ 271463 h 889000"/>
              <a:gd name="connsiteX71" fmla="*/ 1054100 w 1709738"/>
              <a:gd name="connsiteY71" fmla="*/ 307182 h 889000"/>
              <a:gd name="connsiteX72" fmla="*/ 1018381 w 1709738"/>
              <a:gd name="connsiteY72" fmla="*/ 342901 h 889000"/>
              <a:gd name="connsiteX73" fmla="*/ 982662 w 1709738"/>
              <a:gd name="connsiteY73" fmla="*/ 307182 h 889000"/>
              <a:gd name="connsiteX74" fmla="*/ 1018381 w 1709738"/>
              <a:gd name="connsiteY74" fmla="*/ 271463 h 889000"/>
              <a:gd name="connsiteX75" fmla="*/ 691356 w 1709738"/>
              <a:gd name="connsiteY75" fmla="*/ 271463 h 889000"/>
              <a:gd name="connsiteX76" fmla="*/ 727075 w 1709738"/>
              <a:gd name="connsiteY76" fmla="*/ 307182 h 889000"/>
              <a:gd name="connsiteX77" fmla="*/ 691356 w 1709738"/>
              <a:gd name="connsiteY77" fmla="*/ 342901 h 889000"/>
              <a:gd name="connsiteX78" fmla="*/ 655637 w 1709738"/>
              <a:gd name="connsiteY78" fmla="*/ 307182 h 889000"/>
              <a:gd name="connsiteX79" fmla="*/ 691356 w 1709738"/>
              <a:gd name="connsiteY79" fmla="*/ 271463 h 889000"/>
              <a:gd name="connsiteX80" fmla="*/ 364331 w 1709738"/>
              <a:gd name="connsiteY80" fmla="*/ 271463 h 889000"/>
              <a:gd name="connsiteX81" fmla="*/ 400050 w 1709738"/>
              <a:gd name="connsiteY81" fmla="*/ 307182 h 889000"/>
              <a:gd name="connsiteX82" fmla="*/ 364331 w 1709738"/>
              <a:gd name="connsiteY82" fmla="*/ 342901 h 889000"/>
              <a:gd name="connsiteX83" fmla="*/ 328612 w 1709738"/>
              <a:gd name="connsiteY83" fmla="*/ 307182 h 889000"/>
              <a:gd name="connsiteX84" fmla="*/ 364331 w 1709738"/>
              <a:gd name="connsiteY84" fmla="*/ 271463 h 889000"/>
              <a:gd name="connsiteX85" fmla="*/ 35719 w 1709738"/>
              <a:gd name="connsiteY85" fmla="*/ 271463 h 889000"/>
              <a:gd name="connsiteX86" fmla="*/ 71438 w 1709738"/>
              <a:gd name="connsiteY86" fmla="*/ 307182 h 889000"/>
              <a:gd name="connsiteX87" fmla="*/ 35719 w 1709738"/>
              <a:gd name="connsiteY87" fmla="*/ 342901 h 889000"/>
              <a:gd name="connsiteX88" fmla="*/ 0 w 1709738"/>
              <a:gd name="connsiteY88" fmla="*/ 307182 h 889000"/>
              <a:gd name="connsiteX89" fmla="*/ 35719 w 1709738"/>
              <a:gd name="connsiteY89" fmla="*/ 271463 h 889000"/>
              <a:gd name="connsiteX90" fmla="*/ 1018381 w 1709738"/>
              <a:gd name="connsiteY90" fmla="*/ 0 h 889000"/>
              <a:gd name="connsiteX91" fmla="*/ 1054100 w 1709738"/>
              <a:gd name="connsiteY91" fmla="*/ 35719 h 889000"/>
              <a:gd name="connsiteX92" fmla="*/ 1018381 w 1709738"/>
              <a:gd name="connsiteY92" fmla="*/ 71438 h 889000"/>
              <a:gd name="connsiteX93" fmla="*/ 982662 w 1709738"/>
              <a:gd name="connsiteY93" fmla="*/ 35719 h 889000"/>
              <a:gd name="connsiteX94" fmla="*/ 1018381 w 1709738"/>
              <a:gd name="connsiteY94" fmla="*/ 0 h 889000"/>
              <a:gd name="connsiteX95" fmla="*/ 691356 w 1709738"/>
              <a:gd name="connsiteY95" fmla="*/ 0 h 889000"/>
              <a:gd name="connsiteX96" fmla="*/ 727075 w 1709738"/>
              <a:gd name="connsiteY96" fmla="*/ 35719 h 889000"/>
              <a:gd name="connsiteX97" fmla="*/ 691356 w 1709738"/>
              <a:gd name="connsiteY97" fmla="*/ 71438 h 889000"/>
              <a:gd name="connsiteX98" fmla="*/ 655637 w 1709738"/>
              <a:gd name="connsiteY98" fmla="*/ 35719 h 889000"/>
              <a:gd name="connsiteX99" fmla="*/ 691356 w 1709738"/>
              <a:gd name="connsiteY99" fmla="*/ 0 h 889000"/>
              <a:gd name="connsiteX100" fmla="*/ 364331 w 1709738"/>
              <a:gd name="connsiteY100" fmla="*/ 0 h 889000"/>
              <a:gd name="connsiteX101" fmla="*/ 400050 w 1709738"/>
              <a:gd name="connsiteY101" fmla="*/ 35719 h 889000"/>
              <a:gd name="connsiteX102" fmla="*/ 364331 w 1709738"/>
              <a:gd name="connsiteY102" fmla="*/ 71438 h 889000"/>
              <a:gd name="connsiteX103" fmla="*/ 328612 w 1709738"/>
              <a:gd name="connsiteY103" fmla="*/ 35719 h 889000"/>
              <a:gd name="connsiteX104" fmla="*/ 364331 w 1709738"/>
              <a:gd name="connsiteY104" fmla="*/ 0 h 889000"/>
              <a:gd name="connsiteX105" fmla="*/ 35719 w 1709738"/>
              <a:gd name="connsiteY105" fmla="*/ 0 h 889000"/>
              <a:gd name="connsiteX106" fmla="*/ 71438 w 1709738"/>
              <a:gd name="connsiteY106" fmla="*/ 35719 h 889000"/>
              <a:gd name="connsiteX107" fmla="*/ 35719 w 1709738"/>
              <a:gd name="connsiteY107" fmla="*/ 71438 h 889000"/>
              <a:gd name="connsiteX108" fmla="*/ 0 w 1709738"/>
              <a:gd name="connsiteY108" fmla="*/ 35719 h 889000"/>
              <a:gd name="connsiteX109" fmla="*/ 35719 w 1709738"/>
              <a:gd name="connsiteY109" fmla="*/ 0 h 889000"/>
              <a:gd name="connsiteX110" fmla="*/ 1674019 w 1709738"/>
              <a:gd name="connsiteY110" fmla="*/ 0 h 889000"/>
              <a:gd name="connsiteX111" fmla="*/ 1709738 w 1709738"/>
              <a:gd name="connsiteY111" fmla="*/ 35719 h 889000"/>
              <a:gd name="connsiteX112" fmla="*/ 1674019 w 1709738"/>
              <a:gd name="connsiteY112" fmla="*/ 71438 h 889000"/>
              <a:gd name="connsiteX113" fmla="*/ 1638300 w 1709738"/>
              <a:gd name="connsiteY113" fmla="*/ 35719 h 889000"/>
              <a:gd name="connsiteX114" fmla="*/ 1674019 w 1709738"/>
              <a:gd name="connsiteY114" fmla="*/ 0 h 889000"/>
              <a:gd name="connsiteX115" fmla="*/ 1346994 w 1709738"/>
              <a:gd name="connsiteY115" fmla="*/ 0 h 889000"/>
              <a:gd name="connsiteX116" fmla="*/ 1382713 w 1709738"/>
              <a:gd name="connsiteY116" fmla="*/ 35719 h 889000"/>
              <a:gd name="connsiteX117" fmla="*/ 1346994 w 1709738"/>
              <a:gd name="connsiteY117" fmla="*/ 71438 h 889000"/>
              <a:gd name="connsiteX118" fmla="*/ 1311275 w 1709738"/>
              <a:gd name="connsiteY118" fmla="*/ 35719 h 889000"/>
              <a:gd name="connsiteX119" fmla="*/ 1346994 w 1709738"/>
              <a:gd name="connsiteY119" fmla="*/ 0 h 88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709738" h="889000">
                <a:moveTo>
                  <a:pt x="1674019" y="812800"/>
                </a:moveTo>
                <a:cubicBezTo>
                  <a:pt x="1693746" y="812800"/>
                  <a:pt x="1709738" y="829858"/>
                  <a:pt x="1709738" y="850900"/>
                </a:cubicBezTo>
                <a:cubicBezTo>
                  <a:pt x="1709738" y="871942"/>
                  <a:pt x="1693746" y="889000"/>
                  <a:pt x="1674019" y="889000"/>
                </a:cubicBezTo>
                <a:cubicBezTo>
                  <a:pt x="1654292" y="889000"/>
                  <a:pt x="1638300" y="871942"/>
                  <a:pt x="1638300" y="850900"/>
                </a:cubicBezTo>
                <a:cubicBezTo>
                  <a:pt x="1638300" y="829858"/>
                  <a:pt x="1654292" y="812800"/>
                  <a:pt x="1674019" y="812800"/>
                </a:cubicBezTo>
                <a:close/>
                <a:moveTo>
                  <a:pt x="1346994" y="812800"/>
                </a:moveTo>
                <a:cubicBezTo>
                  <a:pt x="1366721" y="812800"/>
                  <a:pt x="1382713" y="829858"/>
                  <a:pt x="1382713" y="850900"/>
                </a:cubicBezTo>
                <a:cubicBezTo>
                  <a:pt x="1382713" y="871942"/>
                  <a:pt x="1366721" y="889000"/>
                  <a:pt x="1346994" y="889000"/>
                </a:cubicBezTo>
                <a:cubicBezTo>
                  <a:pt x="1327267" y="889000"/>
                  <a:pt x="1311275" y="871942"/>
                  <a:pt x="1311275" y="850900"/>
                </a:cubicBezTo>
                <a:cubicBezTo>
                  <a:pt x="1311275" y="829858"/>
                  <a:pt x="1327267" y="812800"/>
                  <a:pt x="1346994" y="812800"/>
                </a:cubicBezTo>
                <a:close/>
                <a:moveTo>
                  <a:pt x="1018381" y="812800"/>
                </a:moveTo>
                <a:cubicBezTo>
                  <a:pt x="1038108" y="812800"/>
                  <a:pt x="1054100" y="829858"/>
                  <a:pt x="1054100" y="850900"/>
                </a:cubicBezTo>
                <a:cubicBezTo>
                  <a:pt x="1054100" y="871942"/>
                  <a:pt x="1038108" y="889000"/>
                  <a:pt x="1018381" y="889000"/>
                </a:cubicBezTo>
                <a:cubicBezTo>
                  <a:pt x="998654" y="889000"/>
                  <a:pt x="982662" y="871942"/>
                  <a:pt x="982662" y="850900"/>
                </a:cubicBezTo>
                <a:cubicBezTo>
                  <a:pt x="982662" y="829858"/>
                  <a:pt x="998654" y="812800"/>
                  <a:pt x="1018381" y="812800"/>
                </a:cubicBezTo>
                <a:close/>
                <a:moveTo>
                  <a:pt x="691356" y="812800"/>
                </a:moveTo>
                <a:cubicBezTo>
                  <a:pt x="711083" y="812800"/>
                  <a:pt x="727075" y="829858"/>
                  <a:pt x="727075" y="850900"/>
                </a:cubicBezTo>
                <a:cubicBezTo>
                  <a:pt x="727075" y="871942"/>
                  <a:pt x="711083" y="889000"/>
                  <a:pt x="691356" y="889000"/>
                </a:cubicBezTo>
                <a:cubicBezTo>
                  <a:pt x="671629" y="889000"/>
                  <a:pt x="655637" y="871942"/>
                  <a:pt x="655637" y="850900"/>
                </a:cubicBezTo>
                <a:cubicBezTo>
                  <a:pt x="655637" y="829858"/>
                  <a:pt x="671629" y="812800"/>
                  <a:pt x="691356" y="812800"/>
                </a:cubicBezTo>
                <a:close/>
                <a:moveTo>
                  <a:pt x="364331" y="812800"/>
                </a:moveTo>
                <a:cubicBezTo>
                  <a:pt x="384058" y="812800"/>
                  <a:pt x="400050" y="829858"/>
                  <a:pt x="400050" y="850900"/>
                </a:cubicBezTo>
                <a:cubicBezTo>
                  <a:pt x="400050" y="871942"/>
                  <a:pt x="384058" y="889000"/>
                  <a:pt x="364331" y="889000"/>
                </a:cubicBezTo>
                <a:cubicBezTo>
                  <a:pt x="344604" y="889000"/>
                  <a:pt x="328612" y="871942"/>
                  <a:pt x="328612" y="850900"/>
                </a:cubicBezTo>
                <a:cubicBezTo>
                  <a:pt x="328612" y="829858"/>
                  <a:pt x="344604" y="812800"/>
                  <a:pt x="364331" y="812800"/>
                </a:cubicBezTo>
                <a:close/>
                <a:moveTo>
                  <a:pt x="35719" y="812800"/>
                </a:moveTo>
                <a:cubicBezTo>
                  <a:pt x="55446" y="812800"/>
                  <a:pt x="71438" y="829858"/>
                  <a:pt x="71438" y="850900"/>
                </a:cubicBezTo>
                <a:cubicBezTo>
                  <a:pt x="71438" y="871942"/>
                  <a:pt x="55446" y="889000"/>
                  <a:pt x="35719" y="889000"/>
                </a:cubicBezTo>
                <a:cubicBezTo>
                  <a:pt x="15992" y="889000"/>
                  <a:pt x="0" y="871942"/>
                  <a:pt x="0" y="850900"/>
                </a:cubicBezTo>
                <a:cubicBezTo>
                  <a:pt x="0" y="829858"/>
                  <a:pt x="15992" y="812800"/>
                  <a:pt x="35719" y="812800"/>
                </a:cubicBezTo>
                <a:close/>
                <a:moveTo>
                  <a:pt x="1674019" y="542925"/>
                </a:moveTo>
                <a:cubicBezTo>
                  <a:pt x="1693746" y="542925"/>
                  <a:pt x="1709738" y="558917"/>
                  <a:pt x="1709738" y="578644"/>
                </a:cubicBezTo>
                <a:cubicBezTo>
                  <a:pt x="1709738" y="598371"/>
                  <a:pt x="1693746" y="614363"/>
                  <a:pt x="1674019" y="614363"/>
                </a:cubicBezTo>
                <a:cubicBezTo>
                  <a:pt x="1654292" y="614363"/>
                  <a:pt x="1638300" y="598371"/>
                  <a:pt x="1638300" y="578644"/>
                </a:cubicBezTo>
                <a:cubicBezTo>
                  <a:pt x="1638300" y="558917"/>
                  <a:pt x="1654292" y="542925"/>
                  <a:pt x="1674019" y="542925"/>
                </a:cubicBezTo>
                <a:close/>
                <a:moveTo>
                  <a:pt x="1346994" y="542925"/>
                </a:moveTo>
                <a:cubicBezTo>
                  <a:pt x="1366721" y="542925"/>
                  <a:pt x="1382713" y="558917"/>
                  <a:pt x="1382713" y="578644"/>
                </a:cubicBezTo>
                <a:cubicBezTo>
                  <a:pt x="1382713" y="598371"/>
                  <a:pt x="1366721" y="614363"/>
                  <a:pt x="1346994" y="614363"/>
                </a:cubicBezTo>
                <a:cubicBezTo>
                  <a:pt x="1327267" y="614363"/>
                  <a:pt x="1311275" y="598371"/>
                  <a:pt x="1311275" y="578644"/>
                </a:cubicBezTo>
                <a:cubicBezTo>
                  <a:pt x="1311275" y="558917"/>
                  <a:pt x="1327267" y="542925"/>
                  <a:pt x="1346994" y="542925"/>
                </a:cubicBezTo>
                <a:close/>
                <a:moveTo>
                  <a:pt x="1018381" y="542925"/>
                </a:moveTo>
                <a:cubicBezTo>
                  <a:pt x="1038108" y="542925"/>
                  <a:pt x="1054100" y="558917"/>
                  <a:pt x="1054100" y="578644"/>
                </a:cubicBezTo>
                <a:cubicBezTo>
                  <a:pt x="1054100" y="598371"/>
                  <a:pt x="1038108" y="614363"/>
                  <a:pt x="1018381" y="614363"/>
                </a:cubicBezTo>
                <a:cubicBezTo>
                  <a:pt x="998654" y="614363"/>
                  <a:pt x="982662" y="598371"/>
                  <a:pt x="982662" y="578644"/>
                </a:cubicBezTo>
                <a:cubicBezTo>
                  <a:pt x="982662" y="558917"/>
                  <a:pt x="998654" y="542925"/>
                  <a:pt x="1018381" y="542925"/>
                </a:cubicBezTo>
                <a:close/>
                <a:moveTo>
                  <a:pt x="691356" y="542925"/>
                </a:moveTo>
                <a:cubicBezTo>
                  <a:pt x="711083" y="542925"/>
                  <a:pt x="727075" y="558917"/>
                  <a:pt x="727075" y="578644"/>
                </a:cubicBezTo>
                <a:cubicBezTo>
                  <a:pt x="727075" y="598371"/>
                  <a:pt x="711083" y="614363"/>
                  <a:pt x="691356" y="614363"/>
                </a:cubicBezTo>
                <a:cubicBezTo>
                  <a:pt x="671629" y="614363"/>
                  <a:pt x="655637" y="598371"/>
                  <a:pt x="655637" y="578644"/>
                </a:cubicBezTo>
                <a:cubicBezTo>
                  <a:pt x="655637" y="558917"/>
                  <a:pt x="671629" y="542925"/>
                  <a:pt x="691356" y="542925"/>
                </a:cubicBezTo>
                <a:close/>
                <a:moveTo>
                  <a:pt x="364331" y="542925"/>
                </a:moveTo>
                <a:cubicBezTo>
                  <a:pt x="384058" y="542925"/>
                  <a:pt x="400050" y="558917"/>
                  <a:pt x="400050" y="578644"/>
                </a:cubicBezTo>
                <a:cubicBezTo>
                  <a:pt x="400050" y="598371"/>
                  <a:pt x="384058" y="614363"/>
                  <a:pt x="364331" y="614363"/>
                </a:cubicBezTo>
                <a:cubicBezTo>
                  <a:pt x="344604" y="614363"/>
                  <a:pt x="328612" y="598371"/>
                  <a:pt x="328612" y="578644"/>
                </a:cubicBezTo>
                <a:cubicBezTo>
                  <a:pt x="328612" y="558917"/>
                  <a:pt x="344604" y="542925"/>
                  <a:pt x="364331" y="542925"/>
                </a:cubicBezTo>
                <a:close/>
                <a:moveTo>
                  <a:pt x="35719" y="542925"/>
                </a:moveTo>
                <a:cubicBezTo>
                  <a:pt x="55446" y="542925"/>
                  <a:pt x="71438" y="558917"/>
                  <a:pt x="71438" y="578644"/>
                </a:cubicBezTo>
                <a:cubicBezTo>
                  <a:pt x="71438" y="598371"/>
                  <a:pt x="55446" y="614363"/>
                  <a:pt x="35719" y="614363"/>
                </a:cubicBezTo>
                <a:cubicBezTo>
                  <a:pt x="15992" y="614363"/>
                  <a:pt x="0" y="598371"/>
                  <a:pt x="0" y="578644"/>
                </a:cubicBezTo>
                <a:cubicBezTo>
                  <a:pt x="0" y="558917"/>
                  <a:pt x="15992" y="542925"/>
                  <a:pt x="35719" y="542925"/>
                </a:cubicBezTo>
                <a:close/>
                <a:moveTo>
                  <a:pt x="1674019" y="271463"/>
                </a:moveTo>
                <a:cubicBezTo>
                  <a:pt x="1693746" y="271463"/>
                  <a:pt x="1709738" y="287455"/>
                  <a:pt x="1709738" y="307182"/>
                </a:cubicBezTo>
                <a:cubicBezTo>
                  <a:pt x="1709738" y="326909"/>
                  <a:pt x="1693746" y="342901"/>
                  <a:pt x="1674019" y="342901"/>
                </a:cubicBezTo>
                <a:cubicBezTo>
                  <a:pt x="1654292" y="342901"/>
                  <a:pt x="1638300" y="326909"/>
                  <a:pt x="1638300" y="307182"/>
                </a:cubicBezTo>
                <a:cubicBezTo>
                  <a:pt x="1638300" y="287455"/>
                  <a:pt x="1654292" y="271463"/>
                  <a:pt x="1674019" y="271463"/>
                </a:cubicBezTo>
                <a:close/>
                <a:moveTo>
                  <a:pt x="1346994" y="271463"/>
                </a:moveTo>
                <a:cubicBezTo>
                  <a:pt x="1366721" y="271463"/>
                  <a:pt x="1382713" y="287455"/>
                  <a:pt x="1382713" y="307182"/>
                </a:cubicBezTo>
                <a:cubicBezTo>
                  <a:pt x="1382713" y="326909"/>
                  <a:pt x="1366721" y="342901"/>
                  <a:pt x="1346994" y="342901"/>
                </a:cubicBezTo>
                <a:cubicBezTo>
                  <a:pt x="1327267" y="342901"/>
                  <a:pt x="1311275" y="326909"/>
                  <a:pt x="1311275" y="307182"/>
                </a:cubicBezTo>
                <a:cubicBezTo>
                  <a:pt x="1311275" y="287455"/>
                  <a:pt x="1327267" y="271463"/>
                  <a:pt x="1346994" y="271463"/>
                </a:cubicBezTo>
                <a:close/>
                <a:moveTo>
                  <a:pt x="1018381" y="271463"/>
                </a:moveTo>
                <a:cubicBezTo>
                  <a:pt x="1038108" y="271463"/>
                  <a:pt x="1054100" y="287455"/>
                  <a:pt x="1054100" y="307182"/>
                </a:cubicBezTo>
                <a:cubicBezTo>
                  <a:pt x="1054100" y="326909"/>
                  <a:pt x="1038108" y="342901"/>
                  <a:pt x="1018381" y="342901"/>
                </a:cubicBezTo>
                <a:cubicBezTo>
                  <a:pt x="998654" y="342901"/>
                  <a:pt x="982662" y="326909"/>
                  <a:pt x="982662" y="307182"/>
                </a:cubicBezTo>
                <a:cubicBezTo>
                  <a:pt x="982662" y="287455"/>
                  <a:pt x="998654" y="271463"/>
                  <a:pt x="1018381" y="271463"/>
                </a:cubicBezTo>
                <a:close/>
                <a:moveTo>
                  <a:pt x="691356" y="271463"/>
                </a:moveTo>
                <a:cubicBezTo>
                  <a:pt x="711083" y="271463"/>
                  <a:pt x="727075" y="287455"/>
                  <a:pt x="727075" y="307182"/>
                </a:cubicBezTo>
                <a:cubicBezTo>
                  <a:pt x="727075" y="326909"/>
                  <a:pt x="711083" y="342901"/>
                  <a:pt x="691356" y="342901"/>
                </a:cubicBezTo>
                <a:cubicBezTo>
                  <a:pt x="671629" y="342901"/>
                  <a:pt x="655637" y="326909"/>
                  <a:pt x="655637" y="307182"/>
                </a:cubicBezTo>
                <a:cubicBezTo>
                  <a:pt x="655637" y="287455"/>
                  <a:pt x="671629" y="271463"/>
                  <a:pt x="691356" y="271463"/>
                </a:cubicBezTo>
                <a:close/>
                <a:moveTo>
                  <a:pt x="364331" y="271463"/>
                </a:moveTo>
                <a:cubicBezTo>
                  <a:pt x="384058" y="271463"/>
                  <a:pt x="400050" y="287455"/>
                  <a:pt x="400050" y="307182"/>
                </a:cubicBezTo>
                <a:cubicBezTo>
                  <a:pt x="400050" y="326909"/>
                  <a:pt x="384058" y="342901"/>
                  <a:pt x="364331" y="342901"/>
                </a:cubicBezTo>
                <a:cubicBezTo>
                  <a:pt x="344604" y="342901"/>
                  <a:pt x="328612" y="326909"/>
                  <a:pt x="328612" y="307182"/>
                </a:cubicBezTo>
                <a:cubicBezTo>
                  <a:pt x="328612" y="287455"/>
                  <a:pt x="344604" y="271463"/>
                  <a:pt x="364331" y="271463"/>
                </a:cubicBezTo>
                <a:close/>
                <a:moveTo>
                  <a:pt x="35719" y="271463"/>
                </a:moveTo>
                <a:cubicBezTo>
                  <a:pt x="55446" y="271463"/>
                  <a:pt x="71438" y="287455"/>
                  <a:pt x="71438" y="307182"/>
                </a:cubicBezTo>
                <a:cubicBezTo>
                  <a:pt x="71438" y="326909"/>
                  <a:pt x="55446" y="342901"/>
                  <a:pt x="35719" y="342901"/>
                </a:cubicBezTo>
                <a:cubicBezTo>
                  <a:pt x="15992" y="342901"/>
                  <a:pt x="0" y="326909"/>
                  <a:pt x="0" y="307182"/>
                </a:cubicBezTo>
                <a:cubicBezTo>
                  <a:pt x="0" y="287455"/>
                  <a:pt x="15992" y="271463"/>
                  <a:pt x="35719" y="271463"/>
                </a:cubicBezTo>
                <a:close/>
                <a:moveTo>
                  <a:pt x="1018381" y="0"/>
                </a:moveTo>
                <a:cubicBezTo>
                  <a:pt x="1038108" y="0"/>
                  <a:pt x="1054100" y="15992"/>
                  <a:pt x="1054100" y="35719"/>
                </a:cubicBezTo>
                <a:cubicBezTo>
                  <a:pt x="1054100" y="55446"/>
                  <a:pt x="1038108" y="71438"/>
                  <a:pt x="1018381" y="71438"/>
                </a:cubicBezTo>
                <a:cubicBezTo>
                  <a:pt x="998654" y="71438"/>
                  <a:pt x="982662" y="55446"/>
                  <a:pt x="982662" y="35719"/>
                </a:cubicBezTo>
                <a:cubicBezTo>
                  <a:pt x="982662" y="15992"/>
                  <a:pt x="998654" y="0"/>
                  <a:pt x="1018381" y="0"/>
                </a:cubicBezTo>
                <a:close/>
                <a:moveTo>
                  <a:pt x="691356" y="0"/>
                </a:moveTo>
                <a:cubicBezTo>
                  <a:pt x="711083" y="0"/>
                  <a:pt x="727075" y="15992"/>
                  <a:pt x="727075" y="35719"/>
                </a:cubicBezTo>
                <a:cubicBezTo>
                  <a:pt x="727075" y="55446"/>
                  <a:pt x="711083" y="71438"/>
                  <a:pt x="691356" y="71438"/>
                </a:cubicBezTo>
                <a:cubicBezTo>
                  <a:pt x="671629" y="71438"/>
                  <a:pt x="655637" y="55446"/>
                  <a:pt x="655637" y="35719"/>
                </a:cubicBezTo>
                <a:cubicBezTo>
                  <a:pt x="655637" y="15992"/>
                  <a:pt x="671629" y="0"/>
                  <a:pt x="691356" y="0"/>
                </a:cubicBezTo>
                <a:close/>
                <a:moveTo>
                  <a:pt x="364331" y="0"/>
                </a:moveTo>
                <a:cubicBezTo>
                  <a:pt x="384058" y="0"/>
                  <a:pt x="400050" y="15992"/>
                  <a:pt x="400050" y="35719"/>
                </a:cubicBezTo>
                <a:cubicBezTo>
                  <a:pt x="400050" y="55446"/>
                  <a:pt x="384058" y="71438"/>
                  <a:pt x="364331" y="71438"/>
                </a:cubicBezTo>
                <a:cubicBezTo>
                  <a:pt x="344604" y="71438"/>
                  <a:pt x="328612" y="55446"/>
                  <a:pt x="328612" y="35719"/>
                </a:cubicBezTo>
                <a:cubicBezTo>
                  <a:pt x="328612" y="15992"/>
                  <a:pt x="344604" y="0"/>
                  <a:pt x="364331" y="0"/>
                </a:cubicBezTo>
                <a:close/>
                <a:moveTo>
                  <a:pt x="35719" y="0"/>
                </a:moveTo>
                <a:cubicBezTo>
                  <a:pt x="55446" y="0"/>
                  <a:pt x="71438" y="15992"/>
                  <a:pt x="71438" y="35719"/>
                </a:cubicBezTo>
                <a:cubicBezTo>
                  <a:pt x="71438" y="55446"/>
                  <a:pt x="55446" y="71438"/>
                  <a:pt x="35719" y="71438"/>
                </a:cubicBezTo>
                <a:cubicBezTo>
                  <a:pt x="15992" y="71438"/>
                  <a:pt x="0" y="55446"/>
                  <a:pt x="0" y="35719"/>
                </a:cubicBezTo>
                <a:cubicBezTo>
                  <a:pt x="0" y="15992"/>
                  <a:pt x="15992" y="0"/>
                  <a:pt x="35719" y="0"/>
                </a:cubicBezTo>
                <a:close/>
                <a:moveTo>
                  <a:pt x="1674019" y="0"/>
                </a:moveTo>
                <a:cubicBezTo>
                  <a:pt x="1693746" y="0"/>
                  <a:pt x="1709738" y="15992"/>
                  <a:pt x="1709738" y="35719"/>
                </a:cubicBezTo>
                <a:cubicBezTo>
                  <a:pt x="1709738" y="55446"/>
                  <a:pt x="1693746" y="71438"/>
                  <a:pt x="1674019" y="71438"/>
                </a:cubicBezTo>
                <a:cubicBezTo>
                  <a:pt x="1654292" y="71438"/>
                  <a:pt x="1638300" y="55446"/>
                  <a:pt x="1638300" y="35719"/>
                </a:cubicBezTo>
                <a:cubicBezTo>
                  <a:pt x="1638300" y="15992"/>
                  <a:pt x="1654292" y="0"/>
                  <a:pt x="1674019" y="0"/>
                </a:cubicBezTo>
                <a:close/>
                <a:moveTo>
                  <a:pt x="1346994" y="0"/>
                </a:moveTo>
                <a:cubicBezTo>
                  <a:pt x="1366721" y="0"/>
                  <a:pt x="1382713" y="15992"/>
                  <a:pt x="1382713" y="35719"/>
                </a:cubicBezTo>
                <a:cubicBezTo>
                  <a:pt x="1382713" y="55446"/>
                  <a:pt x="1366721" y="71438"/>
                  <a:pt x="1346994" y="71438"/>
                </a:cubicBezTo>
                <a:cubicBezTo>
                  <a:pt x="1327267" y="71438"/>
                  <a:pt x="1311275" y="55446"/>
                  <a:pt x="1311275" y="35719"/>
                </a:cubicBezTo>
                <a:cubicBezTo>
                  <a:pt x="1311275" y="15992"/>
                  <a:pt x="1327267" y="0"/>
                  <a:pt x="1346994" y="0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3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-85081" y="5749594"/>
            <a:ext cx="48428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600" dirty="0" err="1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50000">
                      <a:schemeClr val="bg1">
                        <a:alpha val="1000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+mj-ea"/>
                <a:ea typeface="+mj-ea"/>
              </a:rPr>
              <a:t>edusphere</a:t>
            </a:r>
            <a:endParaRPr lang="zh-CN" altLang="en-US" sz="6600" dirty="0">
              <a:gradFill>
                <a:gsLst>
                  <a:gs pos="100000">
                    <a:schemeClr val="bg1">
                      <a:alpha val="0"/>
                    </a:schemeClr>
                  </a:gs>
                  <a:gs pos="50000">
                    <a:schemeClr val="bg1">
                      <a:alpha val="10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latin typeface="+mj-ea"/>
              <a:ea typeface="+mj-ea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465356" y="6704813"/>
            <a:ext cx="1205892" cy="152366"/>
          </a:xfrm>
          <a:custGeom>
            <a:avLst/>
            <a:gdLst>
              <a:gd name="connsiteX0" fmla="*/ 1679944 w 2022844"/>
              <a:gd name="connsiteY0" fmla="*/ 0 h 255589"/>
              <a:gd name="connsiteX1" fmla="*/ 2022844 w 2022844"/>
              <a:gd name="connsiteY1" fmla="*/ 0 h 255589"/>
              <a:gd name="connsiteX2" fmla="*/ 1767255 w 2022844"/>
              <a:gd name="connsiteY2" fmla="*/ 255589 h 255589"/>
              <a:gd name="connsiteX3" fmla="*/ 1424355 w 2022844"/>
              <a:gd name="connsiteY3" fmla="*/ 255589 h 255589"/>
              <a:gd name="connsiteX4" fmla="*/ 1205159 w 2022844"/>
              <a:gd name="connsiteY4" fmla="*/ 0 h 255589"/>
              <a:gd name="connsiteX5" fmla="*/ 1548059 w 2022844"/>
              <a:gd name="connsiteY5" fmla="*/ 0 h 255589"/>
              <a:gd name="connsiteX6" fmla="*/ 1292470 w 2022844"/>
              <a:gd name="connsiteY6" fmla="*/ 255589 h 255589"/>
              <a:gd name="connsiteX7" fmla="*/ 949570 w 2022844"/>
              <a:gd name="connsiteY7" fmla="*/ 255589 h 255589"/>
              <a:gd name="connsiteX8" fmla="*/ 730374 w 2022844"/>
              <a:gd name="connsiteY8" fmla="*/ 0 h 255589"/>
              <a:gd name="connsiteX9" fmla="*/ 1073274 w 2022844"/>
              <a:gd name="connsiteY9" fmla="*/ 0 h 255589"/>
              <a:gd name="connsiteX10" fmla="*/ 817685 w 2022844"/>
              <a:gd name="connsiteY10" fmla="*/ 255589 h 255589"/>
              <a:gd name="connsiteX11" fmla="*/ 474785 w 2022844"/>
              <a:gd name="connsiteY11" fmla="*/ 255589 h 255589"/>
              <a:gd name="connsiteX12" fmla="*/ 255589 w 2022844"/>
              <a:gd name="connsiteY12" fmla="*/ 0 h 255589"/>
              <a:gd name="connsiteX13" fmla="*/ 598489 w 2022844"/>
              <a:gd name="connsiteY13" fmla="*/ 0 h 255589"/>
              <a:gd name="connsiteX14" fmla="*/ 342900 w 2022844"/>
              <a:gd name="connsiteY14" fmla="*/ 255589 h 255589"/>
              <a:gd name="connsiteX15" fmla="*/ 0 w 2022844"/>
              <a:gd name="connsiteY15" fmla="*/ 255589 h 25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22844" h="255589">
                <a:moveTo>
                  <a:pt x="1679944" y="0"/>
                </a:moveTo>
                <a:lnTo>
                  <a:pt x="2022844" y="0"/>
                </a:lnTo>
                <a:lnTo>
                  <a:pt x="1767255" y="255589"/>
                </a:lnTo>
                <a:lnTo>
                  <a:pt x="1424355" y="255589"/>
                </a:lnTo>
                <a:close/>
                <a:moveTo>
                  <a:pt x="1205159" y="0"/>
                </a:moveTo>
                <a:lnTo>
                  <a:pt x="1548059" y="0"/>
                </a:lnTo>
                <a:lnTo>
                  <a:pt x="1292470" y="255589"/>
                </a:lnTo>
                <a:lnTo>
                  <a:pt x="949570" y="255589"/>
                </a:lnTo>
                <a:close/>
                <a:moveTo>
                  <a:pt x="730374" y="0"/>
                </a:moveTo>
                <a:lnTo>
                  <a:pt x="1073274" y="0"/>
                </a:lnTo>
                <a:lnTo>
                  <a:pt x="817685" y="255589"/>
                </a:lnTo>
                <a:lnTo>
                  <a:pt x="474785" y="255589"/>
                </a:lnTo>
                <a:close/>
                <a:moveTo>
                  <a:pt x="255589" y="0"/>
                </a:moveTo>
                <a:lnTo>
                  <a:pt x="598489" y="0"/>
                </a:lnTo>
                <a:lnTo>
                  <a:pt x="342900" y="255589"/>
                </a:lnTo>
                <a:lnTo>
                  <a:pt x="0" y="255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>
            <p:custDataLst>
              <p:tags r:id="rId1"/>
            </p:custDataLst>
          </p:nvPr>
        </p:nvGrpSpPr>
        <p:grpSpPr>
          <a:xfrm>
            <a:off x="4079095" y="5428397"/>
            <a:ext cx="4174490" cy="309769"/>
            <a:chOff x="7181" y="9026"/>
            <a:chExt cx="6574" cy="511"/>
          </a:xfrm>
        </p:grpSpPr>
        <p:grpSp>
          <p:nvGrpSpPr>
            <p:cNvPr id="56" name="组合 55"/>
            <p:cNvGrpSpPr/>
            <p:nvPr/>
          </p:nvGrpSpPr>
          <p:grpSpPr>
            <a:xfrm>
              <a:off x="7181" y="9026"/>
              <a:ext cx="2854" cy="511"/>
              <a:chOff x="7181" y="9026"/>
              <a:chExt cx="2854" cy="511"/>
            </a:xfrm>
          </p:grpSpPr>
          <p:pic>
            <p:nvPicPr>
              <p:cNvPr id="60" name="图片 69" descr="3b333634343334373b4eba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181" y="9026"/>
                <a:ext cx="441" cy="441"/>
              </a:xfrm>
              <a:prstGeom prst="rect">
                <a:avLst/>
              </a:prstGeom>
            </p:spPr>
          </p:pic>
          <p:sp>
            <p:nvSpPr>
              <p:cNvPr id="61" name="文本框 6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718" y="9029"/>
                <a:ext cx="2317" cy="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汇报人：加宇翔</a:t>
                </a:r>
              </a:p>
            </p:txBody>
          </p:sp>
        </p:grpSp>
        <p:grpSp>
          <p:nvGrpSpPr>
            <p:cNvPr id="57" name="组合 56"/>
            <p:cNvGrpSpPr/>
            <p:nvPr/>
          </p:nvGrpSpPr>
          <p:grpSpPr>
            <a:xfrm>
              <a:off x="10468" y="9026"/>
              <a:ext cx="3287" cy="509"/>
              <a:chOff x="10842" y="9026"/>
              <a:chExt cx="3287" cy="509"/>
            </a:xfrm>
          </p:grpSpPr>
          <p:pic>
            <p:nvPicPr>
              <p:cNvPr id="58" name="图片 72" descr="343435333332363b333635393135303b65f695f4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842" y="9026"/>
                <a:ext cx="441" cy="441"/>
              </a:xfrm>
              <a:prstGeom prst="rect">
                <a:avLst/>
              </a:prstGeom>
            </p:spPr>
          </p:pic>
          <p:sp>
            <p:nvSpPr>
              <p:cNvPr id="59" name="文本框 5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1455" y="9029"/>
                <a:ext cx="2674" cy="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阿里巴巴普惠体" panose="00020600040101010101" pitchFamily="18" charset="-122"/>
                  </a:rPr>
                  <a:t>时间：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阿里巴巴普惠体" panose="00020600040101010101" pitchFamily="18" charset="-122"/>
                  </a:rPr>
                  <a:t>2025.5</a:t>
                </a:r>
              </a:p>
            </p:txBody>
          </p:sp>
        </p:grpSp>
      </p:grpSp>
      <p:sp>
        <p:nvSpPr>
          <p:cNvPr id="62" name="任意多边形: 形状 61"/>
          <p:cNvSpPr>
            <a:spLocks noChangeArrowheads="1"/>
          </p:cNvSpPr>
          <p:nvPr/>
        </p:nvSpPr>
        <p:spPr bwMode="auto">
          <a:xfrm>
            <a:off x="11135568" y="553969"/>
            <a:ext cx="408480" cy="970031"/>
          </a:xfrm>
          <a:custGeom>
            <a:avLst/>
            <a:gdLst>
              <a:gd name="connsiteX0" fmla="*/ 45424 w 701253"/>
              <a:gd name="connsiteY0" fmla="*/ 1617236 h 1665288"/>
              <a:gd name="connsiteX1" fmla="*/ 70576 w 701253"/>
              <a:gd name="connsiteY1" fmla="*/ 1641262 h 1665288"/>
              <a:gd name="connsiteX2" fmla="*/ 45424 w 701253"/>
              <a:gd name="connsiteY2" fmla="*/ 1665288 h 1665288"/>
              <a:gd name="connsiteX3" fmla="*/ 20272 w 701253"/>
              <a:gd name="connsiteY3" fmla="*/ 1641262 h 1665288"/>
              <a:gd name="connsiteX4" fmla="*/ 45424 w 701253"/>
              <a:gd name="connsiteY4" fmla="*/ 1617236 h 1665288"/>
              <a:gd name="connsiteX5" fmla="*/ 253022 w 701253"/>
              <a:gd name="connsiteY5" fmla="*/ 1414519 h 1665288"/>
              <a:gd name="connsiteX6" fmla="*/ 277799 w 701253"/>
              <a:gd name="connsiteY6" fmla="*/ 1439296 h 1665288"/>
              <a:gd name="connsiteX7" fmla="*/ 253022 w 701253"/>
              <a:gd name="connsiteY7" fmla="*/ 1464073 h 1665288"/>
              <a:gd name="connsiteX8" fmla="*/ 228245 w 701253"/>
              <a:gd name="connsiteY8" fmla="*/ 1439296 h 1665288"/>
              <a:gd name="connsiteX9" fmla="*/ 253022 w 701253"/>
              <a:gd name="connsiteY9" fmla="*/ 1414519 h 1665288"/>
              <a:gd name="connsiteX10" fmla="*/ 42046 w 701253"/>
              <a:gd name="connsiteY10" fmla="*/ 1414519 h 1665288"/>
              <a:gd name="connsiteX11" fmla="*/ 66823 w 701253"/>
              <a:gd name="connsiteY11" fmla="*/ 1439296 h 1665288"/>
              <a:gd name="connsiteX12" fmla="*/ 42046 w 701253"/>
              <a:gd name="connsiteY12" fmla="*/ 1464073 h 1665288"/>
              <a:gd name="connsiteX13" fmla="*/ 17269 w 701253"/>
              <a:gd name="connsiteY13" fmla="*/ 1439296 h 1665288"/>
              <a:gd name="connsiteX14" fmla="*/ 42046 w 701253"/>
              <a:gd name="connsiteY14" fmla="*/ 1414519 h 1665288"/>
              <a:gd name="connsiteX15" fmla="*/ 468503 w 701253"/>
              <a:gd name="connsiteY15" fmla="*/ 1211801 h 1665288"/>
              <a:gd name="connsiteX16" fmla="*/ 493280 w 701253"/>
              <a:gd name="connsiteY16" fmla="*/ 1236578 h 1665288"/>
              <a:gd name="connsiteX17" fmla="*/ 468503 w 701253"/>
              <a:gd name="connsiteY17" fmla="*/ 1261355 h 1665288"/>
              <a:gd name="connsiteX18" fmla="*/ 443726 w 701253"/>
              <a:gd name="connsiteY18" fmla="*/ 1236578 h 1665288"/>
              <a:gd name="connsiteX19" fmla="*/ 468503 w 701253"/>
              <a:gd name="connsiteY19" fmla="*/ 1211801 h 1665288"/>
              <a:gd name="connsiteX20" fmla="*/ 256776 w 701253"/>
              <a:gd name="connsiteY20" fmla="*/ 1211801 h 1665288"/>
              <a:gd name="connsiteX21" fmla="*/ 280802 w 701253"/>
              <a:gd name="connsiteY21" fmla="*/ 1236578 h 1665288"/>
              <a:gd name="connsiteX22" fmla="*/ 256776 w 701253"/>
              <a:gd name="connsiteY22" fmla="*/ 1261355 h 1665288"/>
              <a:gd name="connsiteX23" fmla="*/ 232750 w 701253"/>
              <a:gd name="connsiteY23" fmla="*/ 1236578 h 1665288"/>
              <a:gd name="connsiteX24" fmla="*/ 256776 w 701253"/>
              <a:gd name="connsiteY24" fmla="*/ 1211801 h 1665288"/>
              <a:gd name="connsiteX25" fmla="*/ 45424 w 701253"/>
              <a:gd name="connsiteY25" fmla="*/ 1211801 h 1665288"/>
              <a:gd name="connsiteX26" fmla="*/ 70576 w 701253"/>
              <a:gd name="connsiteY26" fmla="*/ 1236578 h 1665288"/>
              <a:gd name="connsiteX27" fmla="*/ 45424 w 701253"/>
              <a:gd name="connsiteY27" fmla="*/ 1261355 h 1665288"/>
              <a:gd name="connsiteX28" fmla="*/ 20272 w 701253"/>
              <a:gd name="connsiteY28" fmla="*/ 1236578 h 1665288"/>
              <a:gd name="connsiteX29" fmla="*/ 45424 w 701253"/>
              <a:gd name="connsiteY29" fmla="*/ 1211801 h 1665288"/>
              <a:gd name="connsiteX30" fmla="*/ 676101 w 701253"/>
              <a:gd name="connsiteY30" fmla="*/ 1010585 h 1665288"/>
              <a:gd name="connsiteX31" fmla="*/ 701253 w 701253"/>
              <a:gd name="connsiteY31" fmla="*/ 1035362 h 1665288"/>
              <a:gd name="connsiteX32" fmla="*/ 676101 w 701253"/>
              <a:gd name="connsiteY32" fmla="*/ 1060139 h 1665288"/>
              <a:gd name="connsiteX33" fmla="*/ 650949 w 701253"/>
              <a:gd name="connsiteY33" fmla="*/ 1035362 h 1665288"/>
              <a:gd name="connsiteX34" fmla="*/ 676101 w 701253"/>
              <a:gd name="connsiteY34" fmla="*/ 1010585 h 1665288"/>
              <a:gd name="connsiteX35" fmla="*/ 464373 w 701253"/>
              <a:gd name="connsiteY35" fmla="*/ 1010585 h 1665288"/>
              <a:gd name="connsiteX36" fmla="*/ 488774 w 701253"/>
              <a:gd name="connsiteY36" fmla="*/ 1035362 h 1665288"/>
              <a:gd name="connsiteX37" fmla="*/ 464373 w 701253"/>
              <a:gd name="connsiteY37" fmla="*/ 1060139 h 1665288"/>
              <a:gd name="connsiteX38" fmla="*/ 439972 w 701253"/>
              <a:gd name="connsiteY38" fmla="*/ 1035362 h 1665288"/>
              <a:gd name="connsiteX39" fmla="*/ 464373 w 701253"/>
              <a:gd name="connsiteY39" fmla="*/ 1010585 h 1665288"/>
              <a:gd name="connsiteX40" fmla="*/ 253022 w 701253"/>
              <a:gd name="connsiteY40" fmla="*/ 1010585 h 1665288"/>
              <a:gd name="connsiteX41" fmla="*/ 277799 w 701253"/>
              <a:gd name="connsiteY41" fmla="*/ 1035362 h 1665288"/>
              <a:gd name="connsiteX42" fmla="*/ 253022 w 701253"/>
              <a:gd name="connsiteY42" fmla="*/ 1060139 h 1665288"/>
              <a:gd name="connsiteX43" fmla="*/ 228245 w 701253"/>
              <a:gd name="connsiteY43" fmla="*/ 1035362 h 1665288"/>
              <a:gd name="connsiteX44" fmla="*/ 253022 w 701253"/>
              <a:gd name="connsiteY44" fmla="*/ 1010585 h 1665288"/>
              <a:gd name="connsiteX45" fmla="*/ 42046 w 701253"/>
              <a:gd name="connsiteY45" fmla="*/ 1010585 h 1665288"/>
              <a:gd name="connsiteX46" fmla="*/ 66823 w 701253"/>
              <a:gd name="connsiteY46" fmla="*/ 1035362 h 1665288"/>
              <a:gd name="connsiteX47" fmla="*/ 42046 w 701253"/>
              <a:gd name="connsiteY47" fmla="*/ 1060139 h 1665288"/>
              <a:gd name="connsiteX48" fmla="*/ 17269 w 701253"/>
              <a:gd name="connsiteY48" fmla="*/ 1035362 h 1665288"/>
              <a:gd name="connsiteX49" fmla="*/ 42046 w 701253"/>
              <a:gd name="connsiteY49" fmla="*/ 1010585 h 1665288"/>
              <a:gd name="connsiteX50" fmla="*/ 672347 w 701253"/>
              <a:gd name="connsiteY50" fmla="*/ 807867 h 1665288"/>
              <a:gd name="connsiteX51" fmla="*/ 696748 w 701253"/>
              <a:gd name="connsiteY51" fmla="*/ 832644 h 1665288"/>
              <a:gd name="connsiteX52" fmla="*/ 672347 w 701253"/>
              <a:gd name="connsiteY52" fmla="*/ 857421 h 1665288"/>
              <a:gd name="connsiteX53" fmla="*/ 647946 w 701253"/>
              <a:gd name="connsiteY53" fmla="*/ 832644 h 1665288"/>
              <a:gd name="connsiteX54" fmla="*/ 672347 w 701253"/>
              <a:gd name="connsiteY54" fmla="*/ 807867 h 1665288"/>
              <a:gd name="connsiteX55" fmla="*/ 461370 w 701253"/>
              <a:gd name="connsiteY55" fmla="*/ 807867 h 1665288"/>
              <a:gd name="connsiteX56" fmla="*/ 485771 w 701253"/>
              <a:gd name="connsiteY56" fmla="*/ 832644 h 1665288"/>
              <a:gd name="connsiteX57" fmla="*/ 461370 w 701253"/>
              <a:gd name="connsiteY57" fmla="*/ 857421 h 1665288"/>
              <a:gd name="connsiteX58" fmla="*/ 436969 w 701253"/>
              <a:gd name="connsiteY58" fmla="*/ 832644 h 1665288"/>
              <a:gd name="connsiteX59" fmla="*/ 461370 w 701253"/>
              <a:gd name="connsiteY59" fmla="*/ 807867 h 1665288"/>
              <a:gd name="connsiteX60" fmla="*/ 249643 w 701253"/>
              <a:gd name="connsiteY60" fmla="*/ 807867 h 1665288"/>
              <a:gd name="connsiteX61" fmla="*/ 274795 w 701253"/>
              <a:gd name="connsiteY61" fmla="*/ 832644 h 1665288"/>
              <a:gd name="connsiteX62" fmla="*/ 249643 w 701253"/>
              <a:gd name="connsiteY62" fmla="*/ 857421 h 1665288"/>
              <a:gd name="connsiteX63" fmla="*/ 224491 w 701253"/>
              <a:gd name="connsiteY63" fmla="*/ 832644 h 1665288"/>
              <a:gd name="connsiteX64" fmla="*/ 249643 w 701253"/>
              <a:gd name="connsiteY64" fmla="*/ 807867 h 1665288"/>
              <a:gd name="connsiteX65" fmla="*/ 38291 w 701253"/>
              <a:gd name="connsiteY65" fmla="*/ 807867 h 1665288"/>
              <a:gd name="connsiteX66" fmla="*/ 62317 w 701253"/>
              <a:gd name="connsiteY66" fmla="*/ 832644 h 1665288"/>
              <a:gd name="connsiteX67" fmla="*/ 38291 w 701253"/>
              <a:gd name="connsiteY67" fmla="*/ 857421 h 1665288"/>
              <a:gd name="connsiteX68" fmla="*/ 14265 w 701253"/>
              <a:gd name="connsiteY68" fmla="*/ 832644 h 1665288"/>
              <a:gd name="connsiteX69" fmla="*/ 38291 w 701253"/>
              <a:gd name="connsiteY69" fmla="*/ 807867 h 1665288"/>
              <a:gd name="connsiteX70" fmla="*/ 668969 w 701253"/>
              <a:gd name="connsiteY70" fmla="*/ 605150 h 1665288"/>
              <a:gd name="connsiteX71" fmla="*/ 692995 w 701253"/>
              <a:gd name="connsiteY71" fmla="*/ 629927 h 1665288"/>
              <a:gd name="connsiteX72" fmla="*/ 668969 w 701253"/>
              <a:gd name="connsiteY72" fmla="*/ 654704 h 1665288"/>
              <a:gd name="connsiteX73" fmla="*/ 644943 w 701253"/>
              <a:gd name="connsiteY73" fmla="*/ 629927 h 1665288"/>
              <a:gd name="connsiteX74" fmla="*/ 668969 w 701253"/>
              <a:gd name="connsiteY74" fmla="*/ 605150 h 1665288"/>
              <a:gd name="connsiteX75" fmla="*/ 457616 w 701253"/>
              <a:gd name="connsiteY75" fmla="*/ 605150 h 1665288"/>
              <a:gd name="connsiteX76" fmla="*/ 482768 w 701253"/>
              <a:gd name="connsiteY76" fmla="*/ 629927 h 1665288"/>
              <a:gd name="connsiteX77" fmla="*/ 457616 w 701253"/>
              <a:gd name="connsiteY77" fmla="*/ 654704 h 1665288"/>
              <a:gd name="connsiteX78" fmla="*/ 432464 w 701253"/>
              <a:gd name="connsiteY78" fmla="*/ 629927 h 1665288"/>
              <a:gd name="connsiteX79" fmla="*/ 457616 w 701253"/>
              <a:gd name="connsiteY79" fmla="*/ 605150 h 1665288"/>
              <a:gd name="connsiteX80" fmla="*/ 246640 w 701253"/>
              <a:gd name="connsiteY80" fmla="*/ 605150 h 1665288"/>
              <a:gd name="connsiteX81" fmla="*/ 271792 w 701253"/>
              <a:gd name="connsiteY81" fmla="*/ 629927 h 1665288"/>
              <a:gd name="connsiteX82" fmla="*/ 246640 w 701253"/>
              <a:gd name="connsiteY82" fmla="*/ 654704 h 1665288"/>
              <a:gd name="connsiteX83" fmla="*/ 221488 w 701253"/>
              <a:gd name="connsiteY83" fmla="*/ 629927 h 1665288"/>
              <a:gd name="connsiteX84" fmla="*/ 246640 w 701253"/>
              <a:gd name="connsiteY84" fmla="*/ 605150 h 1665288"/>
              <a:gd name="connsiteX85" fmla="*/ 34912 w 701253"/>
              <a:gd name="connsiteY85" fmla="*/ 605150 h 1665288"/>
              <a:gd name="connsiteX86" fmla="*/ 59313 w 701253"/>
              <a:gd name="connsiteY86" fmla="*/ 629927 h 1665288"/>
              <a:gd name="connsiteX87" fmla="*/ 34912 w 701253"/>
              <a:gd name="connsiteY87" fmla="*/ 654704 h 1665288"/>
              <a:gd name="connsiteX88" fmla="*/ 10511 w 701253"/>
              <a:gd name="connsiteY88" fmla="*/ 629927 h 1665288"/>
              <a:gd name="connsiteX89" fmla="*/ 34912 w 701253"/>
              <a:gd name="connsiteY89" fmla="*/ 605150 h 1665288"/>
              <a:gd name="connsiteX90" fmla="*/ 665215 w 701253"/>
              <a:gd name="connsiteY90" fmla="*/ 403934 h 1665288"/>
              <a:gd name="connsiteX91" fmla="*/ 689992 w 701253"/>
              <a:gd name="connsiteY91" fmla="*/ 428711 h 1665288"/>
              <a:gd name="connsiteX92" fmla="*/ 665215 w 701253"/>
              <a:gd name="connsiteY92" fmla="*/ 453488 h 1665288"/>
              <a:gd name="connsiteX93" fmla="*/ 640438 w 701253"/>
              <a:gd name="connsiteY93" fmla="*/ 428711 h 1665288"/>
              <a:gd name="connsiteX94" fmla="*/ 665215 w 701253"/>
              <a:gd name="connsiteY94" fmla="*/ 403934 h 1665288"/>
              <a:gd name="connsiteX95" fmla="*/ 454238 w 701253"/>
              <a:gd name="connsiteY95" fmla="*/ 403934 h 1665288"/>
              <a:gd name="connsiteX96" fmla="*/ 479015 w 701253"/>
              <a:gd name="connsiteY96" fmla="*/ 428711 h 1665288"/>
              <a:gd name="connsiteX97" fmla="*/ 454238 w 701253"/>
              <a:gd name="connsiteY97" fmla="*/ 453488 h 1665288"/>
              <a:gd name="connsiteX98" fmla="*/ 429461 w 701253"/>
              <a:gd name="connsiteY98" fmla="*/ 428711 h 1665288"/>
              <a:gd name="connsiteX99" fmla="*/ 454238 w 701253"/>
              <a:gd name="connsiteY99" fmla="*/ 403934 h 1665288"/>
              <a:gd name="connsiteX100" fmla="*/ 242886 w 701253"/>
              <a:gd name="connsiteY100" fmla="*/ 403934 h 1665288"/>
              <a:gd name="connsiteX101" fmla="*/ 267287 w 701253"/>
              <a:gd name="connsiteY101" fmla="*/ 428711 h 1665288"/>
              <a:gd name="connsiteX102" fmla="*/ 242886 w 701253"/>
              <a:gd name="connsiteY102" fmla="*/ 453488 h 1665288"/>
              <a:gd name="connsiteX103" fmla="*/ 218485 w 701253"/>
              <a:gd name="connsiteY103" fmla="*/ 428711 h 1665288"/>
              <a:gd name="connsiteX104" fmla="*/ 242886 w 701253"/>
              <a:gd name="connsiteY104" fmla="*/ 403934 h 1665288"/>
              <a:gd name="connsiteX105" fmla="*/ 31158 w 701253"/>
              <a:gd name="connsiteY105" fmla="*/ 403934 h 1665288"/>
              <a:gd name="connsiteX106" fmla="*/ 56310 w 701253"/>
              <a:gd name="connsiteY106" fmla="*/ 428711 h 1665288"/>
              <a:gd name="connsiteX107" fmla="*/ 31158 w 701253"/>
              <a:gd name="connsiteY107" fmla="*/ 453488 h 1665288"/>
              <a:gd name="connsiteX108" fmla="*/ 6006 w 701253"/>
              <a:gd name="connsiteY108" fmla="*/ 428711 h 1665288"/>
              <a:gd name="connsiteX109" fmla="*/ 31158 w 701253"/>
              <a:gd name="connsiteY109" fmla="*/ 403934 h 1665288"/>
              <a:gd name="connsiteX110" fmla="*/ 662211 w 701253"/>
              <a:gd name="connsiteY110" fmla="*/ 201216 h 1665288"/>
              <a:gd name="connsiteX111" fmla="*/ 686988 w 701253"/>
              <a:gd name="connsiteY111" fmla="*/ 225993 h 1665288"/>
              <a:gd name="connsiteX112" fmla="*/ 662211 w 701253"/>
              <a:gd name="connsiteY112" fmla="*/ 250770 h 1665288"/>
              <a:gd name="connsiteX113" fmla="*/ 637434 w 701253"/>
              <a:gd name="connsiteY113" fmla="*/ 225993 h 1665288"/>
              <a:gd name="connsiteX114" fmla="*/ 662211 w 701253"/>
              <a:gd name="connsiteY114" fmla="*/ 201216 h 1665288"/>
              <a:gd name="connsiteX115" fmla="*/ 450484 w 701253"/>
              <a:gd name="connsiteY115" fmla="*/ 201216 h 1665288"/>
              <a:gd name="connsiteX116" fmla="*/ 474510 w 701253"/>
              <a:gd name="connsiteY116" fmla="*/ 225993 h 1665288"/>
              <a:gd name="connsiteX117" fmla="*/ 450484 w 701253"/>
              <a:gd name="connsiteY117" fmla="*/ 250770 h 1665288"/>
              <a:gd name="connsiteX118" fmla="*/ 426458 w 701253"/>
              <a:gd name="connsiteY118" fmla="*/ 225993 h 1665288"/>
              <a:gd name="connsiteX119" fmla="*/ 450484 w 701253"/>
              <a:gd name="connsiteY119" fmla="*/ 201216 h 1665288"/>
              <a:gd name="connsiteX120" fmla="*/ 238757 w 701253"/>
              <a:gd name="connsiteY120" fmla="*/ 201216 h 1665288"/>
              <a:gd name="connsiteX121" fmla="*/ 263534 w 701253"/>
              <a:gd name="connsiteY121" fmla="*/ 225993 h 1665288"/>
              <a:gd name="connsiteX122" fmla="*/ 238757 w 701253"/>
              <a:gd name="connsiteY122" fmla="*/ 250770 h 1665288"/>
              <a:gd name="connsiteX123" fmla="*/ 213980 w 701253"/>
              <a:gd name="connsiteY123" fmla="*/ 225993 h 1665288"/>
              <a:gd name="connsiteX124" fmla="*/ 238757 w 701253"/>
              <a:gd name="connsiteY124" fmla="*/ 201216 h 1665288"/>
              <a:gd name="connsiteX125" fmla="*/ 28155 w 701253"/>
              <a:gd name="connsiteY125" fmla="*/ 201216 h 1665288"/>
              <a:gd name="connsiteX126" fmla="*/ 53307 w 701253"/>
              <a:gd name="connsiteY126" fmla="*/ 225993 h 1665288"/>
              <a:gd name="connsiteX127" fmla="*/ 28155 w 701253"/>
              <a:gd name="connsiteY127" fmla="*/ 250770 h 1665288"/>
              <a:gd name="connsiteX128" fmla="*/ 3003 w 701253"/>
              <a:gd name="connsiteY128" fmla="*/ 225993 h 1665288"/>
              <a:gd name="connsiteX129" fmla="*/ 28155 w 701253"/>
              <a:gd name="connsiteY129" fmla="*/ 201216 h 1665288"/>
              <a:gd name="connsiteX130" fmla="*/ 658081 w 701253"/>
              <a:gd name="connsiteY130" fmla="*/ 0 h 1665288"/>
              <a:gd name="connsiteX131" fmla="*/ 682482 w 701253"/>
              <a:gd name="connsiteY131" fmla="*/ 24026 h 1665288"/>
              <a:gd name="connsiteX132" fmla="*/ 658081 w 701253"/>
              <a:gd name="connsiteY132" fmla="*/ 48052 h 1665288"/>
              <a:gd name="connsiteX133" fmla="*/ 633680 w 701253"/>
              <a:gd name="connsiteY133" fmla="*/ 24026 h 1665288"/>
              <a:gd name="connsiteX134" fmla="*/ 658081 w 701253"/>
              <a:gd name="connsiteY134" fmla="*/ 0 h 1665288"/>
              <a:gd name="connsiteX135" fmla="*/ 447481 w 701253"/>
              <a:gd name="connsiteY135" fmla="*/ 0 h 1665288"/>
              <a:gd name="connsiteX136" fmla="*/ 471507 w 701253"/>
              <a:gd name="connsiteY136" fmla="*/ 24026 h 1665288"/>
              <a:gd name="connsiteX137" fmla="*/ 447481 w 701253"/>
              <a:gd name="connsiteY137" fmla="*/ 48052 h 1665288"/>
              <a:gd name="connsiteX138" fmla="*/ 423455 w 701253"/>
              <a:gd name="connsiteY138" fmla="*/ 24026 h 1665288"/>
              <a:gd name="connsiteX139" fmla="*/ 447481 w 701253"/>
              <a:gd name="connsiteY139" fmla="*/ 0 h 1665288"/>
              <a:gd name="connsiteX140" fmla="*/ 235754 w 701253"/>
              <a:gd name="connsiteY140" fmla="*/ 0 h 1665288"/>
              <a:gd name="connsiteX141" fmla="*/ 260531 w 701253"/>
              <a:gd name="connsiteY141" fmla="*/ 24026 h 1665288"/>
              <a:gd name="connsiteX142" fmla="*/ 235754 w 701253"/>
              <a:gd name="connsiteY142" fmla="*/ 48052 h 1665288"/>
              <a:gd name="connsiteX143" fmla="*/ 210977 w 701253"/>
              <a:gd name="connsiteY143" fmla="*/ 24026 h 1665288"/>
              <a:gd name="connsiteX144" fmla="*/ 235754 w 701253"/>
              <a:gd name="connsiteY144" fmla="*/ 0 h 1665288"/>
              <a:gd name="connsiteX145" fmla="*/ 24026 w 701253"/>
              <a:gd name="connsiteY145" fmla="*/ 0 h 1665288"/>
              <a:gd name="connsiteX146" fmla="*/ 48052 w 701253"/>
              <a:gd name="connsiteY146" fmla="*/ 24026 h 1665288"/>
              <a:gd name="connsiteX147" fmla="*/ 24026 w 701253"/>
              <a:gd name="connsiteY147" fmla="*/ 48052 h 1665288"/>
              <a:gd name="connsiteX148" fmla="*/ 0 w 701253"/>
              <a:gd name="connsiteY148" fmla="*/ 24026 h 1665288"/>
              <a:gd name="connsiteX149" fmla="*/ 24026 w 701253"/>
              <a:gd name="connsiteY149" fmla="*/ 0 h 1665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01253" h="1665288">
                <a:moveTo>
                  <a:pt x="45424" y="1617236"/>
                </a:moveTo>
                <a:cubicBezTo>
                  <a:pt x="59315" y="1617236"/>
                  <a:pt x="70576" y="1627993"/>
                  <a:pt x="70576" y="1641262"/>
                </a:cubicBezTo>
                <a:cubicBezTo>
                  <a:pt x="70576" y="1654531"/>
                  <a:pt x="59315" y="1665288"/>
                  <a:pt x="45424" y="1665288"/>
                </a:cubicBezTo>
                <a:cubicBezTo>
                  <a:pt x="31533" y="1665288"/>
                  <a:pt x="20272" y="1654531"/>
                  <a:pt x="20272" y="1641262"/>
                </a:cubicBezTo>
                <a:cubicBezTo>
                  <a:pt x="20272" y="1627993"/>
                  <a:pt x="31533" y="1617236"/>
                  <a:pt x="45424" y="1617236"/>
                </a:cubicBezTo>
                <a:close/>
                <a:moveTo>
                  <a:pt x="253022" y="1414519"/>
                </a:moveTo>
                <a:cubicBezTo>
                  <a:pt x="266706" y="1414519"/>
                  <a:pt x="277799" y="1425612"/>
                  <a:pt x="277799" y="1439296"/>
                </a:cubicBezTo>
                <a:cubicBezTo>
                  <a:pt x="277799" y="1452980"/>
                  <a:pt x="266706" y="1464073"/>
                  <a:pt x="253022" y="1464073"/>
                </a:cubicBezTo>
                <a:cubicBezTo>
                  <a:pt x="239338" y="1464073"/>
                  <a:pt x="228245" y="1452980"/>
                  <a:pt x="228245" y="1439296"/>
                </a:cubicBezTo>
                <a:cubicBezTo>
                  <a:pt x="228245" y="1425612"/>
                  <a:pt x="239338" y="1414519"/>
                  <a:pt x="253022" y="1414519"/>
                </a:cubicBezTo>
                <a:close/>
                <a:moveTo>
                  <a:pt x="42046" y="1414519"/>
                </a:moveTo>
                <a:cubicBezTo>
                  <a:pt x="55730" y="1414519"/>
                  <a:pt x="66823" y="1425612"/>
                  <a:pt x="66823" y="1439296"/>
                </a:cubicBezTo>
                <a:cubicBezTo>
                  <a:pt x="66823" y="1452980"/>
                  <a:pt x="55730" y="1464073"/>
                  <a:pt x="42046" y="1464073"/>
                </a:cubicBezTo>
                <a:cubicBezTo>
                  <a:pt x="28362" y="1464073"/>
                  <a:pt x="17269" y="1452980"/>
                  <a:pt x="17269" y="1439296"/>
                </a:cubicBezTo>
                <a:cubicBezTo>
                  <a:pt x="17269" y="1425612"/>
                  <a:pt x="28362" y="1414519"/>
                  <a:pt x="42046" y="1414519"/>
                </a:cubicBezTo>
                <a:close/>
                <a:moveTo>
                  <a:pt x="468503" y="1211801"/>
                </a:moveTo>
                <a:cubicBezTo>
                  <a:pt x="482187" y="1211801"/>
                  <a:pt x="493280" y="1222894"/>
                  <a:pt x="493280" y="1236578"/>
                </a:cubicBezTo>
                <a:cubicBezTo>
                  <a:pt x="493280" y="1250262"/>
                  <a:pt x="482187" y="1261355"/>
                  <a:pt x="468503" y="1261355"/>
                </a:cubicBezTo>
                <a:cubicBezTo>
                  <a:pt x="454819" y="1261355"/>
                  <a:pt x="443726" y="1250262"/>
                  <a:pt x="443726" y="1236578"/>
                </a:cubicBezTo>
                <a:cubicBezTo>
                  <a:pt x="443726" y="1222894"/>
                  <a:pt x="454819" y="1211801"/>
                  <a:pt x="468503" y="1211801"/>
                </a:cubicBezTo>
                <a:close/>
                <a:moveTo>
                  <a:pt x="256776" y="1211801"/>
                </a:moveTo>
                <a:cubicBezTo>
                  <a:pt x="270045" y="1211801"/>
                  <a:pt x="280802" y="1222894"/>
                  <a:pt x="280802" y="1236578"/>
                </a:cubicBezTo>
                <a:cubicBezTo>
                  <a:pt x="280802" y="1250262"/>
                  <a:pt x="270045" y="1261355"/>
                  <a:pt x="256776" y="1261355"/>
                </a:cubicBezTo>
                <a:cubicBezTo>
                  <a:pt x="243507" y="1261355"/>
                  <a:pt x="232750" y="1250262"/>
                  <a:pt x="232750" y="1236578"/>
                </a:cubicBezTo>
                <a:cubicBezTo>
                  <a:pt x="232750" y="1222894"/>
                  <a:pt x="243507" y="1211801"/>
                  <a:pt x="256776" y="1211801"/>
                </a:cubicBezTo>
                <a:close/>
                <a:moveTo>
                  <a:pt x="45424" y="1211801"/>
                </a:moveTo>
                <a:cubicBezTo>
                  <a:pt x="59315" y="1211801"/>
                  <a:pt x="70576" y="1222894"/>
                  <a:pt x="70576" y="1236578"/>
                </a:cubicBezTo>
                <a:cubicBezTo>
                  <a:pt x="70576" y="1250262"/>
                  <a:pt x="59315" y="1261355"/>
                  <a:pt x="45424" y="1261355"/>
                </a:cubicBezTo>
                <a:cubicBezTo>
                  <a:pt x="31533" y="1261355"/>
                  <a:pt x="20272" y="1250262"/>
                  <a:pt x="20272" y="1236578"/>
                </a:cubicBezTo>
                <a:cubicBezTo>
                  <a:pt x="20272" y="1222894"/>
                  <a:pt x="31533" y="1211801"/>
                  <a:pt x="45424" y="1211801"/>
                </a:cubicBezTo>
                <a:close/>
                <a:moveTo>
                  <a:pt x="676101" y="1010585"/>
                </a:moveTo>
                <a:cubicBezTo>
                  <a:pt x="689992" y="1010585"/>
                  <a:pt x="701253" y="1021678"/>
                  <a:pt x="701253" y="1035362"/>
                </a:cubicBezTo>
                <a:cubicBezTo>
                  <a:pt x="701253" y="1049046"/>
                  <a:pt x="689992" y="1060139"/>
                  <a:pt x="676101" y="1060139"/>
                </a:cubicBezTo>
                <a:cubicBezTo>
                  <a:pt x="662210" y="1060139"/>
                  <a:pt x="650949" y="1049046"/>
                  <a:pt x="650949" y="1035362"/>
                </a:cubicBezTo>
                <a:cubicBezTo>
                  <a:pt x="650949" y="1021678"/>
                  <a:pt x="662210" y="1010585"/>
                  <a:pt x="676101" y="1010585"/>
                </a:cubicBezTo>
                <a:close/>
                <a:moveTo>
                  <a:pt x="464373" y="1010585"/>
                </a:moveTo>
                <a:cubicBezTo>
                  <a:pt x="477849" y="1010585"/>
                  <a:pt x="488774" y="1021678"/>
                  <a:pt x="488774" y="1035362"/>
                </a:cubicBezTo>
                <a:cubicBezTo>
                  <a:pt x="488774" y="1049046"/>
                  <a:pt x="477849" y="1060139"/>
                  <a:pt x="464373" y="1060139"/>
                </a:cubicBezTo>
                <a:cubicBezTo>
                  <a:pt x="450897" y="1060139"/>
                  <a:pt x="439972" y="1049046"/>
                  <a:pt x="439972" y="1035362"/>
                </a:cubicBezTo>
                <a:cubicBezTo>
                  <a:pt x="439972" y="1021678"/>
                  <a:pt x="450897" y="1010585"/>
                  <a:pt x="464373" y="1010585"/>
                </a:cubicBezTo>
                <a:close/>
                <a:moveTo>
                  <a:pt x="253022" y="1010585"/>
                </a:moveTo>
                <a:cubicBezTo>
                  <a:pt x="266706" y="1010585"/>
                  <a:pt x="277799" y="1021678"/>
                  <a:pt x="277799" y="1035362"/>
                </a:cubicBezTo>
                <a:cubicBezTo>
                  <a:pt x="277799" y="1049046"/>
                  <a:pt x="266706" y="1060139"/>
                  <a:pt x="253022" y="1060139"/>
                </a:cubicBezTo>
                <a:cubicBezTo>
                  <a:pt x="239338" y="1060139"/>
                  <a:pt x="228245" y="1049046"/>
                  <a:pt x="228245" y="1035362"/>
                </a:cubicBezTo>
                <a:cubicBezTo>
                  <a:pt x="228245" y="1021678"/>
                  <a:pt x="239338" y="1010585"/>
                  <a:pt x="253022" y="1010585"/>
                </a:cubicBezTo>
                <a:close/>
                <a:moveTo>
                  <a:pt x="42046" y="1010585"/>
                </a:moveTo>
                <a:cubicBezTo>
                  <a:pt x="55730" y="1010585"/>
                  <a:pt x="66823" y="1021678"/>
                  <a:pt x="66823" y="1035362"/>
                </a:cubicBezTo>
                <a:cubicBezTo>
                  <a:pt x="66823" y="1049046"/>
                  <a:pt x="55730" y="1060139"/>
                  <a:pt x="42046" y="1060139"/>
                </a:cubicBezTo>
                <a:cubicBezTo>
                  <a:pt x="28362" y="1060139"/>
                  <a:pt x="17269" y="1049046"/>
                  <a:pt x="17269" y="1035362"/>
                </a:cubicBezTo>
                <a:cubicBezTo>
                  <a:pt x="17269" y="1021678"/>
                  <a:pt x="28362" y="1010585"/>
                  <a:pt x="42046" y="1010585"/>
                </a:cubicBezTo>
                <a:close/>
                <a:moveTo>
                  <a:pt x="672347" y="807867"/>
                </a:moveTo>
                <a:cubicBezTo>
                  <a:pt x="685823" y="807867"/>
                  <a:pt x="696748" y="818960"/>
                  <a:pt x="696748" y="832644"/>
                </a:cubicBezTo>
                <a:cubicBezTo>
                  <a:pt x="696748" y="846328"/>
                  <a:pt x="685823" y="857421"/>
                  <a:pt x="672347" y="857421"/>
                </a:cubicBezTo>
                <a:cubicBezTo>
                  <a:pt x="658871" y="857421"/>
                  <a:pt x="647946" y="846328"/>
                  <a:pt x="647946" y="832644"/>
                </a:cubicBezTo>
                <a:cubicBezTo>
                  <a:pt x="647946" y="818960"/>
                  <a:pt x="658871" y="807867"/>
                  <a:pt x="672347" y="807867"/>
                </a:cubicBezTo>
                <a:close/>
                <a:moveTo>
                  <a:pt x="461370" y="807867"/>
                </a:moveTo>
                <a:cubicBezTo>
                  <a:pt x="474846" y="807867"/>
                  <a:pt x="485771" y="818960"/>
                  <a:pt x="485771" y="832644"/>
                </a:cubicBezTo>
                <a:cubicBezTo>
                  <a:pt x="485771" y="846328"/>
                  <a:pt x="474846" y="857421"/>
                  <a:pt x="461370" y="857421"/>
                </a:cubicBezTo>
                <a:cubicBezTo>
                  <a:pt x="447894" y="857421"/>
                  <a:pt x="436969" y="846328"/>
                  <a:pt x="436969" y="832644"/>
                </a:cubicBezTo>
                <a:cubicBezTo>
                  <a:pt x="436969" y="818960"/>
                  <a:pt x="447894" y="807867"/>
                  <a:pt x="461370" y="807867"/>
                </a:cubicBezTo>
                <a:close/>
                <a:moveTo>
                  <a:pt x="249643" y="807867"/>
                </a:moveTo>
                <a:cubicBezTo>
                  <a:pt x="263534" y="807867"/>
                  <a:pt x="274795" y="818960"/>
                  <a:pt x="274795" y="832644"/>
                </a:cubicBezTo>
                <a:cubicBezTo>
                  <a:pt x="274795" y="846328"/>
                  <a:pt x="263534" y="857421"/>
                  <a:pt x="249643" y="857421"/>
                </a:cubicBezTo>
                <a:cubicBezTo>
                  <a:pt x="235752" y="857421"/>
                  <a:pt x="224491" y="846328"/>
                  <a:pt x="224491" y="832644"/>
                </a:cubicBezTo>
                <a:cubicBezTo>
                  <a:pt x="224491" y="818960"/>
                  <a:pt x="235752" y="807867"/>
                  <a:pt x="249643" y="807867"/>
                </a:cubicBezTo>
                <a:close/>
                <a:moveTo>
                  <a:pt x="38291" y="807867"/>
                </a:moveTo>
                <a:cubicBezTo>
                  <a:pt x="51560" y="807867"/>
                  <a:pt x="62317" y="818960"/>
                  <a:pt x="62317" y="832644"/>
                </a:cubicBezTo>
                <a:cubicBezTo>
                  <a:pt x="62317" y="846328"/>
                  <a:pt x="51560" y="857421"/>
                  <a:pt x="38291" y="857421"/>
                </a:cubicBezTo>
                <a:cubicBezTo>
                  <a:pt x="25022" y="857421"/>
                  <a:pt x="14265" y="846328"/>
                  <a:pt x="14265" y="832644"/>
                </a:cubicBezTo>
                <a:cubicBezTo>
                  <a:pt x="14265" y="818960"/>
                  <a:pt x="25022" y="807867"/>
                  <a:pt x="38291" y="807867"/>
                </a:cubicBezTo>
                <a:close/>
                <a:moveTo>
                  <a:pt x="668969" y="605150"/>
                </a:moveTo>
                <a:cubicBezTo>
                  <a:pt x="682238" y="605150"/>
                  <a:pt x="692995" y="616243"/>
                  <a:pt x="692995" y="629927"/>
                </a:cubicBezTo>
                <a:cubicBezTo>
                  <a:pt x="692995" y="643611"/>
                  <a:pt x="682238" y="654704"/>
                  <a:pt x="668969" y="654704"/>
                </a:cubicBezTo>
                <a:cubicBezTo>
                  <a:pt x="655700" y="654704"/>
                  <a:pt x="644943" y="643611"/>
                  <a:pt x="644943" y="629927"/>
                </a:cubicBezTo>
                <a:cubicBezTo>
                  <a:pt x="644943" y="616243"/>
                  <a:pt x="655700" y="605150"/>
                  <a:pt x="668969" y="605150"/>
                </a:cubicBezTo>
                <a:close/>
                <a:moveTo>
                  <a:pt x="457616" y="605150"/>
                </a:moveTo>
                <a:cubicBezTo>
                  <a:pt x="471507" y="605150"/>
                  <a:pt x="482768" y="616243"/>
                  <a:pt x="482768" y="629927"/>
                </a:cubicBezTo>
                <a:cubicBezTo>
                  <a:pt x="482768" y="643611"/>
                  <a:pt x="471507" y="654704"/>
                  <a:pt x="457616" y="654704"/>
                </a:cubicBezTo>
                <a:cubicBezTo>
                  <a:pt x="443725" y="654704"/>
                  <a:pt x="432464" y="643611"/>
                  <a:pt x="432464" y="629927"/>
                </a:cubicBezTo>
                <a:cubicBezTo>
                  <a:pt x="432464" y="616243"/>
                  <a:pt x="443725" y="605150"/>
                  <a:pt x="457616" y="605150"/>
                </a:cubicBezTo>
                <a:close/>
                <a:moveTo>
                  <a:pt x="246640" y="605150"/>
                </a:moveTo>
                <a:cubicBezTo>
                  <a:pt x="260531" y="605150"/>
                  <a:pt x="271792" y="616243"/>
                  <a:pt x="271792" y="629927"/>
                </a:cubicBezTo>
                <a:cubicBezTo>
                  <a:pt x="271792" y="643611"/>
                  <a:pt x="260531" y="654704"/>
                  <a:pt x="246640" y="654704"/>
                </a:cubicBezTo>
                <a:cubicBezTo>
                  <a:pt x="232749" y="654704"/>
                  <a:pt x="221488" y="643611"/>
                  <a:pt x="221488" y="629927"/>
                </a:cubicBezTo>
                <a:cubicBezTo>
                  <a:pt x="221488" y="616243"/>
                  <a:pt x="232749" y="605150"/>
                  <a:pt x="246640" y="605150"/>
                </a:cubicBezTo>
                <a:close/>
                <a:moveTo>
                  <a:pt x="34912" y="605150"/>
                </a:moveTo>
                <a:cubicBezTo>
                  <a:pt x="48388" y="605150"/>
                  <a:pt x="59313" y="616243"/>
                  <a:pt x="59313" y="629927"/>
                </a:cubicBezTo>
                <a:cubicBezTo>
                  <a:pt x="59313" y="643611"/>
                  <a:pt x="48388" y="654704"/>
                  <a:pt x="34912" y="654704"/>
                </a:cubicBezTo>
                <a:cubicBezTo>
                  <a:pt x="21436" y="654704"/>
                  <a:pt x="10511" y="643611"/>
                  <a:pt x="10511" y="629927"/>
                </a:cubicBezTo>
                <a:cubicBezTo>
                  <a:pt x="10511" y="616243"/>
                  <a:pt x="21436" y="605150"/>
                  <a:pt x="34912" y="605150"/>
                </a:cubicBezTo>
                <a:close/>
                <a:moveTo>
                  <a:pt x="665215" y="403934"/>
                </a:moveTo>
                <a:cubicBezTo>
                  <a:pt x="678899" y="403934"/>
                  <a:pt x="689992" y="415027"/>
                  <a:pt x="689992" y="428711"/>
                </a:cubicBezTo>
                <a:cubicBezTo>
                  <a:pt x="689992" y="442395"/>
                  <a:pt x="678899" y="453488"/>
                  <a:pt x="665215" y="453488"/>
                </a:cubicBezTo>
                <a:cubicBezTo>
                  <a:pt x="651531" y="453488"/>
                  <a:pt x="640438" y="442395"/>
                  <a:pt x="640438" y="428711"/>
                </a:cubicBezTo>
                <a:cubicBezTo>
                  <a:pt x="640438" y="415027"/>
                  <a:pt x="651531" y="403934"/>
                  <a:pt x="665215" y="403934"/>
                </a:cubicBezTo>
                <a:close/>
                <a:moveTo>
                  <a:pt x="454238" y="403934"/>
                </a:moveTo>
                <a:cubicBezTo>
                  <a:pt x="467922" y="403934"/>
                  <a:pt x="479015" y="415027"/>
                  <a:pt x="479015" y="428711"/>
                </a:cubicBezTo>
                <a:cubicBezTo>
                  <a:pt x="479015" y="442395"/>
                  <a:pt x="467922" y="453488"/>
                  <a:pt x="454238" y="453488"/>
                </a:cubicBezTo>
                <a:cubicBezTo>
                  <a:pt x="440554" y="453488"/>
                  <a:pt x="429461" y="442395"/>
                  <a:pt x="429461" y="428711"/>
                </a:cubicBezTo>
                <a:cubicBezTo>
                  <a:pt x="429461" y="415027"/>
                  <a:pt x="440554" y="403934"/>
                  <a:pt x="454238" y="403934"/>
                </a:cubicBezTo>
                <a:close/>
                <a:moveTo>
                  <a:pt x="242886" y="403934"/>
                </a:moveTo>
                <a:cubicBezTo>
                  <a:pt x="256362" y="403934"/>
                  <a:pt x="267287" y="415027"/>
                  <a:pt x="267287" y="428711"/>
                </a:cubicBezTo>
                <a:cubicBezTo>
                  <a:pt x="267287" y="442395"/>
                  <a:pt x="256362" y="453488"/>
                  <a:pt x="242886" y="453488"/>
                </a:cubicBezTo>
                <a:cubicBezTo>
                  <a:pt x="229410" y="453488"/>
                  <a:pt x="218485" y="442395"/>
                  <a:pt x="218485" y="428711"/>
                </a:cubicBezTo>
                <a:cubicBezTo>
                  <a:pt x="218485" y="415027"/>
                  <a:pt x="229410" y="403934"/>
                  <a:pt x="242886" y="403934"/>
                </a:cubicBezTo>
                <a:close/>
                <a:moveTo>
                  <a:pt x="31158" y="403934"/>
                </a:moveTo>
                <a:cubicBezTo>
                  <a:pt x="45049" y="403934"/>
                  <a:pt x="56310" y="415027"/>
                  <a:pt x="56310" y="428711"/>
                </a:cubicBezTo>
                <a:cubicBezTo>
                  <a:pt x="56310" y="442395"/>
                  <a:pt x="45049" y="453488"/>
                  <a:pt x="31158" y="453488"/>
                </a:cubicBezTo>
                <a:cubicBezTo>
                  <a:pt x="17267" y="453488"/>
                  <a:pt x="6006" y="442395"/>
                  <a:pt x="6006" y="428711"/>
                </a:cubicBezTo>
                <a:cubicBezTo>
                  <a:pt x="6006" y="415027"/>
                  <a:pt x="17267" y="403934"/>
                  <a:pt x="31158" y="403934"/>
                </a:cubicBezTo>
                <a:close/>
                <a:moveTo>
                  <a:pt x="662211" y="201216"/>
                </a:moveTo>
                <a:cubicBezTo>
                  <a:pt x="675895" y="201216"/>
                  <a:pt x="686988" y="212309"/>
                  <a:pt x="686988" y="225993"/>
                </a:cubicBezTo>
                <a:cubicBezTo>
                  <a:pt x="686988" y="239677"/>
                  <a:pt x="675895" y="250770"/>
                  <a:pt x="662211" y="250770"/>
                </a:cubicBezTo>
                <a:cubicBezTo>
                  <a:pt x="648527" y="250770"/>
                  <a:pt x="637434" y="239677"/>
                  <a:pt x="637434" y="225993"/>
                </a:cubicBezTo>
                <a:cubicBezTo>
                  <a:pt x="637434" y="212309"/>
                  <a:pt x="648527" y="201216"/>
                  <a:pt x="662211" y="201216"/>
                </a:cubicBezTo>
                <a:close/>
                <a:moveTo>
                  <a:pt x="450484" y="201216"/>
                </a:moveTo>
                <a:cubicBezTo>
                  <a:pt x="463753" y="201216"/>
                  <a:pt x="474510" y="212309"/>
                  <a:pt x="474510" y="225993"/>
                </a:cubicBezTo>
                <a:cubicBezTo>
                  <a:pt x="474510" y="239677"/>
                  <a:pt x="463753" y="250770"/>
                  <a:pt x="450484" y="250770"/>
                </a:cubicBezTo>
                <a:cubicBezTo>
                  <a:pt x="437215" y="250770"/>
                  <a:pt x="426458" y="239677"/>
                  <a:pt x="426458" y="225993"/>
                </a:cubicBezTo>
                <a:cubicBezTo>
                  <a:pt x="426458" y="212309"/>
                  <a:pt x="437215" y="201216"/>
                  <a:pt x="450484" y="201216"/>
                </a:cubicBezTo>
                <a:close/>
                <a:moveTo>
                  <a:pt x="238757" y="201216"/>
                </a:moveTo>
                <a:cubicBezTo>
                  <a:pt x="252441" y="201216"/>
                  <a:pt x="263534" y="212309"/>
                  <a:pt x="263534" y="225993"/>
                </a:cubicBezTo>
                <a:cubicBezTo>
                  <a:pt x="263534" y="239677"/>
                  <a:pt x="252441" y="250770"/>
                  <a:pt x="238757" y="250770"/>
                </a:cubicBezTo>
                <a:cubicBezTo>
                  <a:pt x="225073" y="250770"/>
                  <a:pt x="213980" y="239677"/>
                  <a:pt x="213980" y="225993"/>
                </a:cubicBezTo>
                <a:cubicBezTo>
                  <a:pt x="213980" y="212309"/>
                  <a:pt x="225073" y="201216"/>
                  <a:pt x="238757" y="201216"/>
                </a:cubicBezTo>
                <a:close/>
                <a:moveTo>
                  <a:pt x="28155" y="201216"/>
                </a:moveTo>
                <a:cubicBezTo>
                  <a:pt x="42046" y="201216"/>
                  <a:pt x="53307" y="212309"/>
                  <a:pt x="53307" y="225993"/>
                </a:cubicBezTo>
                <a:cubicBezTo>
                  <a:pt x="53307" y="239677"/>
                  <a:pt x="42046" y="250770"/>
                  <a:pt x="28155" y="250770"/>
                </a:cubicBezTo>
                <a:cubicBezTo>
                  <a:pt x="14264" y="250770"/>
                  <a:pt x="3003" y="239677"/>
                  <a:pt x="3003" y="225993"/>
                </a:cubicBezTo>
                <a:cubicBezTo>
                  <a:pt x="3003" y="212309"/>
                  <a:pt x="14264" y="201216"/>
                  <a:pt x="28155" y="201216"/>
                </a:cubicBezTo>
                <a:close/>
                <a:moveTo>
                  <a:pt x="658081" y="0"/>
                </a:moveTo>
                <a:cubicBezTo>
                  <a:pt x="671557" y="0"/>
                  <a:pt x="682482" y="10757"/>
                  <a:pt x="682482" y="24026"/>
                </a:cubicBezTo>
                <a:cubicBezTo>
                  <a:pt x="682482" y="37295"/>
                  <a:pt x="671557" y="48052"/>
                  <a:pt x="658081" y="48052"/>
                </a:cubicBezTo>
                <a:cubicBezTo>
                  <a:pt x="644605" y="48052"/>
                  <a:pt x="633680" y="37295"/>
                  <a:pt x="633680" y="24026"/>
                </a:cubicBezTo>
                <a:cubicBezTo>
                  <a:pt x="633680" y="10757"/>
                  <a:pt x="644605" y="0"/>
                  <a:pt x="658081" y="0"/>
                </a:cubicBezTo>
                <a:close/>
                <a:moveTo>
                  <a:pt x="447481" y="0"/>
                </a:moveTo>
                <a:cubicBezTo>
                  <a:pt x="460750" y="0"/>
                  <a:pt x="471507" y="10757"/>
                  <a:pt x="471507" y="24026"/>
                </a:cubicBezTo>
                <a:cubicBezTo>
                  <a:pt x="471507" y="37295"/>
                  <a:pt x="460750" y="48052"/>
                  <a:pt x="447481" y="48052"/>
                </a:cubicBezTo>
                <a:cubicBezTo>
                  <a:pt x="434212" y="48052"/>
                  <a:pt x="423455" y="37295"/>
                  <a:pt x="423455" y="24026"/>
                </a:cubicBezTo>
                <a:cubicBezTo>
                  <a:pt x="423455" y="10757"/>
                  <a:pt x="434212" y="0"/>
                  <a:pt x="447481" y="0"/>
                </a:cubicBezTo>
                <a:close/>
                <a:moveTo>
                  <a:pt x="235754" y="0"/>
                </a:moveTo>
                <a:cubicBezTo>
                  <a:pt x="249438" y="0"/>
                  <a:pt x="260531" y="10757"/>
                  <a:pt x="260531" y="24026"/>
                </a:cubicBezTo>
                <a:cubicBezTo>
                  <a:pt x="260531" y="37295"/>
                  <a:pt x="249438" y="48052"/>
                  <a:pt x="235754" y="48052"/>
                </a:cubicBezTo>
                <a:cubicBezTo>
                  <a:pt x="222070" y="48052"/>
                  <a:pt x="210977" y="37295"/>
                  <a:pt x="210977" y="24026"/>
                </a:cubicBezTo>
                <a:cubicBezTo>
                  <a:pt x="210977" y="10757"/>
                  <a:pt x="222070" y="0"/>
                  <a:pt x="235754" y="0"/>
                </a:cubicBezTo>
                <a:close/>
                <a:moveTo>
                  <a:pt x="24026" y="0"/>
                </a:moveTo>
                <a:cubicBezTo>
                  <a:pt x="37295" y="0"/>
                  <a:pt x="48052" y="10757"/>
                  <a:pt x="48052" y="24026"/>
                </a:cubicBezTo>
                <a:cubicBezTo>
                  <a:pt x="48052" y="37295"/>
                  <a:pt x="37295" y="48052"/>
                  <a:pt x="24026" y="48052"/>
                </a:cubicBezTo>
                <a:cubicBezTo>
                  <a:pt x="10757" y="48052"/>
                  <a:pt x="0" y="37295"/>
                  <a:pt x="0" y="24026"/>
                </a:cubicBezTo>
                <a:cubicBezTo>
                  <a:pt x="0" y="10757"/>
                  <a:pt x="10757" y="0"/>
                  <a:pt x="240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pic>
        <p:nvPicPr>
          <p:cNvPr id="65" name="图片 64" descr="黑暗中的灯光&#10;&#10;描述已自动生成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189" y="2832719"/>
            <a:ext cx="3131748" cy="1761608"/>
          </a:xfrm>
          <a:prstGeom prst="rect">
            <a:avLst/>
          </a:prstGeom>
        </p:spPr>
      </p:pic>
      <p:grpSp>
        <p:nvGrpSpPr>
          <p:cNvPr id="69" name="组合 68"/>
          <p:cNvGrpSpPr/>
          <p:nvPr/>
        </p:nvGrpSpPr>
        <p:grpSpPr>
          <a:xfrm>
            <a:off x="1063275" y="746740"/>
            <a:ext cx="10339690" cy="2928697"/>
            <a:chOff x="1063275" y="746740"/>
            <a:chExt cx="10339690" cy="2928697"/>
          </a:xfrm>
        </p:grpSpPr>
        <p:sp>
          <p:nvSpPr>
            <p:cNvPr id="68" name="文本框 67"/>
            <p:cNvSpPr txBox="1"/>
            <p:nvPr/>
          </p:nvSpPr>
          <p:spPr>
            <a:xfrm>
              <a:off x="2163674" y="746740"/>
              <a:ext cx="7864653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500" dirty="0">
                  <a:ln>
                    <a:solidFill>
                      <a:schemeClr val="bg1">
                        <a:alpha val="8000"/>
                      </a:schemeClr>
                    </a:solidFill>
                  </a:ln>
                  <a:noFill/>
                  <a:latin typeface="Aa锐智体" panose="00020600040101010101" pitchFamily="18" charset="-122"/>
                  <a:ea typeface="Aa锐智体" panose="00020600040101010101" pitchFamily="18" charset="-122"/>
                </a:rPr>
                <a:t>DeepSeek</a:t>
              </a:r>
              <a:endParaRPr lang="zh-CN" altLang="en-US" sz="11500" dirty="0">
                <a:ln>
                  <a:solidFill>
                    <a:schemeClr val="bg1">
                      <a:alpha val="8000"/>
                    </a:schemeClr>
                  </a:solidFill>
                </a:ln>
                <a:noFill/>
                <a:latin typeface="Aa锐智体" panose="00020600040101010101" pitchFamily="18" charset="-122"/>
                <a:ea typeface="Aa锐智体" panose="00020600040101010101" pitchFamily="18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334364" y="971489"/>
              <a:ext cx="5009961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8800" dirty="0">
                  <a:solidFill>
                    <a:schemeClr val="bg1"/>
                  </a:solidFill>
                  <a:effectLst>
                    <a:outerShdw blurRad="50800" dist="50800" dir="5400000" algn="ctr" rotWithShape="0">
                      <a:srgbClr val="000000">
                        <a:alpha val="20000"/>
                      </a:srgbClr>
                    </a:outerShdw>
                  </a:effectLst>
                  <a:latin typeface="Aa锐智体" panose="00020600040101010101" pitchFamily="18" charset="-122"/>
                  <a:ea typeface="Aa锐智体" panose="00020600040101010101" pitchFamily="18" charset="-122"/>
                </a:rPr>
                <a:t>鱼跃</a:t>
              </a:r>
              <a:r>
                <a:rPr lang="en-US" altLang="zh-CN" sz="8800" dirty="0" err="1">
                  <a:solidFill>
                    <a:schemeClr val="bg1"/>
                  </a:solidFill>
                  <a:effectLst>
                    <a:outerShdw blurRad="50800" dist="50800" dir="5400000" algn="ctr" rotWithShape="0">
                      <a:srgbClr val="000000">
                        <a:alpha val="20000"/>
                      </a:srgbClr>
                    </a:outerShdw>
                  </a:effectLst>
                  <a:latin typeface="Aa锐智体" panose="00020600040101010101" pitchFamily="18" charset="-122"/>
                  <a:ea typeface="Aa锐智体" panose="00020600040101010101" pitchFamily="18" charset="-122"/>
                </a:rPr>
                <a:t>todo</a:t>
              </a:r>
              <a:endParaRPr lang="zh-CN" altLang="en-US" sz="88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20000"/>
                    </a:srgbClr>
                  </a:outerShdw>
                </a:effectLst>
                <a:latin typeface="Aa锐智体" panose="00020600040101010101" pitchFamily="18" charset="-122"/>
                <a:ea typeface="Aa锐智体" panose="00020600040101010101" pitchFamily="18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63275" y="2567441"/>
              <a:ext cx="1033969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effectLst>
                    <a:outerShdw blurRad="50800" dist="50800" dir="5400000" algn="ctr" rotWithShape="0">
                      <a:srgbClr val="000000">
                        <a:alpha val="20000"/>
                      </a:srgbClr>
                    </a:outerShdw>
                  </a:effectLst>
                  <a:latin typeface="Aa锐智体" panose="00020600040101010101" pitchFamily="18" charset="-122"/>
                  <a:ea typeface="Aa锐智体" panose="00020600040101010101" pitchFamily="18" charset="-122"/>
                </a:rPr>
                <a:t>AI</a:t>
              </a:r>
              <a:r>
                <a:rPr lang="zh-CN" altLang="en-US" sz="6600" dirty="0">
                  <a:solidFill>
                    <a:schemeClr val="bg1"/>
                  </a:solidFill>
                  <a:effectLst>
                    <a:outerShdw blurRad="50800" dist="50800" dir="5400000" algn="ctr" rotWithShape="0">
                      <a:srgbClr val="000000">
                        <a:alpha val="20000"/>
                      </a:srgbClr>
                    </a:outerShdw>
                  </a:effectLst>
                  <a:latin typeface="Aa锐智体" panose="00020600040101010101" pitchFamily="18" charset="-122"/>
                  <a:ea typeface="Aa锐智体" panose="00020600040101010101" pitchFamily="18" charset="-122"/>
                </a:rPr>
                <a:t>赋能的智能时间管理助手</a:t>
              </a:r>
            </a:p>
          </p:txBody>
        </p:sp>
        <p:sp>
          <p:nvSpPr>
            <p:cNvPr id="66" name="图形" descr="303b333635303031343bbcfdcdb7"/>
            <p:cNvSpPr/>
            <p:nvPr/>
          </p:nvSpPr>
          <p:spPr>
            <a:xfrm>
              <a:off x="9147731" y="1631704"/>
              <a:ext cx="290380" cy="293044"/>
            </a:xfrm>
            <a:custGeom>
              <a:avLst/>
              <a:gdLst>
                <a:gd name="connsiteX0" fmla="*/ 145190 w 290380"/>
                <a:gd name="connsiteY0" fmla="*/ 0 h 293044"/>
                <a:gd name="connsiteX1" fmla="*/ 0 w 290380"/>
                <a:gd name="connsiteY1" fmla="*/ 147188 h 293044"/>
                <a:gd name="connsiteX2" fmla="*/ 145190 w 290380"/>
                <a:gd name="connsiteY2" fmla="*/ 293045 h 293044"/>
                <a:gd name="connsiteX3" fmla="*/ 290380 w 290380"/>
                <a:gd name="connsiteY3" fmla="*/ 147188 h 293044"/>
                <a:gd name="connsiteX4" fmla="*/ 145190 w 290380"/>
                <a:gd name="connsiteY4" fmla="*/ 0 h 293044"/>
                <a:gd name="connsiteX5" fmla="*/ 209793 w 290380"/>
                <a:gd name="connsiteY5" fmla="*/ 150186 h 293044"/>
                <a:gd name="connsiteX6" fmla="*/ 118217 w 290380"/>
                <a:gd name="connsiteY6" fmla="*/ 242428 h 293044"/>
                <a:gd name="connsiteX7" fmla="*/ 115220 w 290380"/>
                <a:gd name="connsiteY7" fmla="*/ 243427 h 293044"/>
                <a:gd name="connsiteX8" fmla="*/ 112223 w 290380"/>
                <a:gd name="connsiteY8" fmla="*/ 242428 h 293044"/>
                <a:gd name="connsiteX9" fmla="*/ 111224 w 290380"/>
                <a:gd name="connsiteY9" fmla="*/ 239431 h 293044"/>
                <a:gd name="connsiteX10" fmla="*/ 111224 w 290380"/>
                <a:gd name="connsiteY10" fmla="*/ 194808 h 293044"/>
                <a:gd name="connsiteX11" fmla="*/ 112223 w 290380"/>
                <a:gd name="connsiteY11" fmla="*/ 191811 h 293044"/>
                <a:gd name="connsiteX12" fmla="*/ 156512 w 290380"/>
                <a:gd name="connsiteY12" fmla="*/ 147188 h 293044"/>
                <a:gd name="connsiteX13" fmla="*/ 112223 w 290380"/>
                <a:gd name="connsiteY13" fmla="*/ 102566 h 293044"/>
                <a:gd name="connsiteX14" fmla="*/ 111224 w 290380"/>
                <a:gd name="connsiteY14" fmla="*/ 99569 h 293044"/>
                <a:gd name="connsiteX15" fmla="*/ 111224 w 290380"/>
                <a:gd name="connsiteY15" fmla="*/ 54946 h 293044"/>
                <a:gd name="connsiteX16" fmla="*/ 112223 w 290380"/>
                <a:gd name="connsiteY16" fmla="*/ 51949 h 293044"/>
                <a:gd name="connsiteX17" fmla="*/ 118217 w 290380"/>
                <a:gd name="connsiteY17" fmla="*/ 51949 h 293044"/>
                <a:gd name="connsiteX18" fmla="*/ 209793 w 290380"/>
                <a:gd name="connsiteY18" fmla="*/ 144191 h 293044"/>
                <a:gd name="connsiteX19" fmla="*/ 210792 w 290380"/>
                <a:gd name="connsiteY19" fmla="*/ 147188 h 293044"/>
                <a:gd name="connsiteX20" fmla="*/ 209793 w 290380"/>
                <a:gd name="connsiteY20" fmla="*/ 150186 h 293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90380" h="293044">
                  <a:moveTo>
                    <a:pt x="145190" y="0"/>
                  </a:moveTo>
                  <a:cubicBezTo>
                    <a:pt x="64603" y="0"/>
                    <a:pt x="0" y="65935"/>
                    <a:pt x="0" y="147188"/>
                  </a:cubicBezTo>
                  <a:cubicBezTo>
                    <a:pt x="0" y="227443"/>
                    <a:pt x="64603" y="293045"/>
                    <a:pt x="145190" y="293045"/>
                  </a:cubicBezTo>
                  <a:cubicBezTo>
                    <a:pt x="226110" y="293045"/>
                    <a:pt x="290380" y="227443"/>
                    <a:pt x="290380" y="147188"/>
                  </a:cubicBezTo>
                  <a:cubicBezTo>
                    <a:pt x="290380" y="65935"/>
                    <a:pt x="226110" y="0"/>
                    <a:pt x="145190" y="0"/>
                  </a:cubicBezTo>
                  <a:moveTo>
                    <a:pt x="209793" y="150186"/>
                  </a:moveTo>
                  <a:cubicBezTo>
                    <a:pt x="118217" y="242428"/>
                    <a:pt x="118217" y="242428"/>
                    <a:pt x="118217" y="242428"/>
                  </a:cubicBezTo>
                  <a:cubicBezTo>
                    <a:pt x="117218" y="243427"/>
                    <a:pt x="116219" y="243427"/>
                    <a:pt x="115220" y="243427"/>
                  </a:cubicBezTo>
                  <a:cubicBezTo>
                    <a:pt x="114221" y="243427"/>
                    <a:pt x="113222" y="243427"/>
                    <a:pt x="112223" y="242428"/>
                  </a:cubicBezTo>
                  <a:cubicBezTo>
                    <a:pt x="111224" y="241429"/>
                    <a:pt x="111224" y="240430"/>
                    <a:pt x="111224" y="239431"/>
                  </a:cubicBezTo>
                  <a:cubicBezTo>
                    <a:pt x="111224" y="194808"/>
                    <a:pt x="111224" y="194808"/>
                    <a:pt x="111224" y="194808"/>
                  </a:cubicBezTo>
                  <a:cubicBezTo>
                    <a:pt x="111224" y="193809"/>
                    <a:pt x="111224" y="192810"/>
                    <a:pt x="112223" y="191811"/>
                  </a:cubicBezTo>
                  <a:cubicBezTo>
                    <a:pt x="156512" y="147188"/>
                    <a:pt x="156512" y="147188"/>
                    <a:pt x="156512" y="147188"/>
                  </a:cubicBezTo>
                  <a:cubicBezTo>
                    <a:pt x="112223" y="102566"/>
                    <a:pt x="112223" y="102566"/>
                    <a:pt x="112223" y="102566"/>
                  </a:cubicBezTo>
                  <a:cubicBezTo>
                    <a:pt x="111224" y="101567"/>
                    <a:pt x="111224" y="100568"/>
                    <a:pt x="111224" y="99569"/>
                  </a:cubicBezTo>
                  <a:cubicBezTo>
                    <a:pt x="111224" y="54946"/>
                    <a:pt x="111224" y="54946"/>
                    <a:pt x="111224" y="54946"/>
                  </a:cubicBezTo>
                  <a:cubicBezTo>
                    <a:pt x="111224" y="53947"/>
                    <a:pt x="111224" y="52948"/>
                    <a:pt x="112223" y="51949"/>
                  </a:cubicBezTo>
                  <a:cubicBezTo>
                    <a:pt x="114221" y="49951"/>
                    <a:pt x="116219" y="49951"/>
                    <a:pt x="118217" y="51949"/>
                  </a:cubicBezTo>
                  <a:cubicBezTo>
                    <a:pt x="209793" y="144191"/>
                    <a:pt x="209793" y="144191"/>
                    <a:pt x="209793" y="144191"/>
                  </a:cubicBezTo>
                  <a:cubicBezTo>
                    <a:pt x="210792" y="145190"/>
                    <a:pt x="210792" y="146189"/>
                    <a:pt x="210792" y="147188"/>
                  </a:cubicBezTo>
                  <a:cubicBezTo>
                    <a:pt x="210792" y="148187"/>
                    <a:pt x="210792" y="149187"/>
                    <a:pt x="209793" y="150186"/>
                  </a:cubicBezTo>
                </a:path>
              </a:pathLst>
            </a:custGeom>
            <a:solidFill>
              <a:schemeClr val="bg1"/>
            </a:solidFill>
            <a:ln w="82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4" name="圆: 空心 63"/>
            <p:cNvSpPr/>
            <p:nvPr/>
          </p:nvSpPr>
          <p:spPr>
            <a:xfrm>
              <a:off x="3061204" y="1819384"/>
              <a:ext cx="421541" cy="421541"/>
            </a:xfrm>
            <a:prstGeom prst="donut">
              <a:avLst/>
            </a:prstGeom>
            <a:gradFill flip="none" rotWithShape="1">
              <a:gsLst>
                <a:gs pos="10000">
                  <a:schemeClr val="accent1">
                    <a:lumMod val="60000"/>
                    <a:lumOff val="40000"/>
                  </a:schemeClr>
                </a:gs>
                <a:gs pos="8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0"/>
    </mc:Choice>
    <mc:Fallback xmlns="">
      <p:transition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图片包含 游戏机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90500" dist="50800" dir="5400000" algn="ctr" rotWithShape="0">
              <a:schemeClr val="accent1">
                <a:alpha val="30000"/>
              </a:schemeClr>
            </a:outerShdw>
          </a:effectLst>
        </p:spPr>
      </p:pic>
      <p:sp>
        <p:nvSpPr>
          <p:cNvPr id="32" name="任意多边形: 形状 31"/>
          <p:cNvSpPr>
            <a:spLocks noChangeArrowheads="1"/>
          </p:cNvSpPr>
          <p:nvPr/>
        </p:nvSpPr>
        <p:spPr bwMode="auto">
          <a:xfrm>
            <a:off x="10629900" y="450154"/>
            <a:ext cx="763742" cy="397117"/>
          </a:xfrm>
          <a:custGeom>
            <a:avLst/>
            <a:gdLst>
              <a:gd name="connsiteX0" fmla="*/ 1674019 w 1709738"/>
              <a:gd name="connsiteY0" fmla="*/ 812800 h 889000"/>
              <a:gd name="connsiteX1" fmla="*/ 1709738 w 1709738"/>
              <a:gd name="connsiteY1" fmla="*/ 850900 h 889000"/>
              <a:gd name="connsiteX2" fmla="*/ 1674019 w 1709738"/>
              <a:gd name="connsiteY2" fmla="*/ 889000 h 889000"/>
              <a:gd name="connsiteX3" fmla="*/ 1638300 w 1709738"/>
              <a:gd name="connsiteY3" fmla="*/ 850900 h 889000"/>
              <a:gd name="connsiteX4" fmla="*/ 1674019 w 1709738"/>
              <a:gd name="connsiteY4" fmla="*/ 812800 h 889000"/>
              <a:gd name="connsiteX5" fmla="*/ 1346994 w 1709738"/>
              <a:gd name="connsiteY5" fmla="*/ 812800 h 889000"/>
              <a:gd name="connsiteX6" fmla="*/ 1382713 w 1709738"/>
              <a:gd name="connsiteY6" fmla="*/ 850900 h 889000"/>
              <a:gd name="connsiteX7" fmla="*/ 1346994 w 1709738"/>
              <a:gd name="connsiteY7" fmla="*/ 889000 h 889000"/>
              <a:gd name="connsiteX8" fmla="*/ 1311275 w 1709738"/>
              <a:gd name="connsiteY8" fmla="*/ 850900 h 889000"/>
              <a:gd name="connsiteX9" fmla="*/ 1346994 w 1709738"/>
              <a:gd name="connsiteY9" fmla="*/ 812800 h 889000"/>
              <a:gd name="connsiteX10" fmla="*/ 1018381 w 1709738"/>
              <a:gd name="connsiteY10" fmla="*/ 812800 h 889000"/>
              <a:gd name="connsiteX11" fmla="*/ 1054100 w 1709738"/>
              <a:gd name="connsiteY11" fmla="*/ 850900 h 889000"/>
              <a:gd name="connsiteX12" fmla="*/ 1018381 w 1709738"/>
              <a:gd name="connsiteY12" fmla="*/ 889000 h 889000"/>
              <a:gd name="connsiteX13" fmla="*/ 982662 w 1709738"/>
              <a:gd name="connsiteY13" fmla="*/ 850900 h 889000"/>
              <a:gd name="connsiteX14" fmla="*/ 1018381 w 1709738"/>
              <a:gd name="connsiteY14" fmla="*/ 812800 h 889000"/>
              <a:gd name="connsiteX15" fmla="*/ 691356 w 1709738"/>
              <a:gd name="connsiteY15" fmla="*/ 812800 h 889000"/>
              <a:gd name="connsiteX16" fmla="*/ 727075 w 1709738"/>
              <a:gd name="connsiteY16" fmla="*/ 850900 h 889000"/>
              <a:gd name="connsiteX17" fmla="*/ 691356 w 1709738"/>
              <a:gd name="connsiteY17" fmla="*/ 889000 h 889000"/>
              <a:gd name="connsiteX18" fmla="*/ 655637 w 1709738"/>
              <a:gd name="connsiteY18" fmla="*/ 850900 h 889000"/>
              <a:gd name="connsiteX19" fmla="*/ 691356 w 1709738"/>
              <a:gd name="connsiteY19" fmla="*/ 812800 h 889000"/>
              <a:gd name="connsiteX20" fmla="*/ 364331 w 1709738"/>
              <a:gd name="connsiteY20" fmla="*/ 812800 h 889000"/>
              <a:gd name="connsiteX21" fmla="*/ 400050 w 1709738"/>
              <a:gd name="connsiteY21" fmla="*/ 850900 h 889000"/>
              <a:gd name="connsiteX22" fmla="*/ 364331 w 1709738"/>
              <a:gd name="connsiteY22" fmla="*/ 889000 h 889000"/>
              <a:gd name="connsiteX23" fmla="*/ 328612 w 1709738"/>
              <a:gd name="connsiteY23" fmla="*/ 850900 h 889000"/>
              <a:gd name="connsiteX24" fmla="*/ 364331 w 1709738"/>
              <a:gd name="connsiteY24" fmla="*/ 812800 h 889000"/>
              <a:gd name="connsiteX25" fmla="*/ 35719 w 1709738"/>
              <a:gd name="connsiteY25" fmla="*/ 812800 h 889000"/>
              <a:gd name="connsiteX26" fmla="*/ 71438 w 1709738"/>
              <a:gd name="connsiteY26" fmla="*/ 850900 h 889000"/>
              <a:gd name="connsiteX27" fmla="*/ 35719 w 1709738"/>
              <a:gd name="connsiteY27" fmla="*/ 889000 h 889000"/>
              <a:gd name="connsiteX28" fmla="*/ 0 w 1709738"/>
              <a:gd name="connsiteY28" fmla="*/ 850900 h 889000"/>
              <a:gd name="connsiteX29" fmla="*/ 35719 w 1709738"/>
              <a:gd name="connsiteY29" fmla="*/ 812800 h 889000"/>
              <a:gd name="connsiteX30" fmla="*/ 1674019 w 1709738"/>
              <a:gd name="connsiteY30" fmla="*/ 542925 h 889000"/>
              <a:gd name="connsiteX31" fmla="*/ 1709738 w 1709738"/>
              <a:gd name="connsiteY31" fmla="*/ 578644 h 889000"/>
              <a:gd name="connsiteX32" fmla="*/ 1674019 w 1709738"/>
              <a:gd name="connsiteY32" fmla="*/ 614363 h 889000"/>
              <a:gd name="connsiteX33" fmla="*/ 1638300 w 1709738"/>
              <a:gd name="connsiteY33" fmla="*/ 578644 h 889000"/>
              <a:gd name="connsiteX34" fmla="*/ 1674019 w 1709738"/>
              <a:gd name="connsiteY34" fmla="*/ 542925 h 889000"/>
              <a:gd name="connsiteX35" fmla="*/ 1346994 w 1709738"/>
              <a:gd name="connsiteY35" fmla="*/ 542925 h 889000"/>
              <a:gd name="connsiteX36" fmla="*/ 1382713 w 1709738"/>
              <a:gd name="connsiteY36" fmla="*/ 578644 h 889000"/>
              <a:gd name="connsiteX37" fmla="*/ 1346994 w 1709738"/>
              <a:gd name="connsiteY37" fmla="*/ 614363 h 889000"/>
              <a:gd name="connsiteX38" fmla="*/ 1311275 w 1709738"/>
              <a:gd name="connsiteY38" fmla="*/ 578644 h 889000"/>
              <a:gd name="connsiteX39" fmla="*/ 1346994 w 1709738"/>
              <a:gd name="connsiteY39" fmla="*/ 542925 h 889000"/>
              <a:gd name="connsiteX40" fmla="*/ 1018381 w 1709738"/>
              <a:gd name="connsiteY40" fmla="*/ 542925 h 889000"/>
              <a:gd name="connsiteX41" fmla="*/ 1054100 w 1709738"/>
              <a:gd name="connsiteY41" fmla="*/ 578644 h 889000"/>
              <a:gd name="connsiteX42" fmla="*/ 1018381 w 1709738"/>
              <a:gd name="connsiteY42" fmla="*/ 614363 h 889000"/>
              <a:gd name="connsiteX43" fmla="*/ 982662 w 1709738"/>
              <a:gd name="connsiteY43" fmla="*/ 578644 h 889000"/>
              <a:gd name="connsiteX44" fmla="*/ 1018381 w 1709738"/>
              <a:gd name="connsiteY44" fmla="*/ 542925 h 889000"/>
              <a:gd name="connsiteX45" fmla="*/ 691356 w 1709738"/>
              <a:gd name="connsiteY45" fmla="*/ 542925 h 889000"/>
              <a:gd name="connsiteX46" fmla="*/ 727075 w 1709738"/>
              <a:gd name="connsiteY46" fmla="*/ 578644 h 889000"/>
              <a:gd name="connsiteX47" fmla="*/ 691356 w 1709738"/>
              <a:gd name="connsiteY47" fmla="*/ 614363 h 889000"/>
              <a:gd name="connsiteX48" fmla="*/ 655637 w 1709738"/>
              <a:gd name="connsiteY48" fmla="*/ 578644 h 889000"/>
              <a:gd name="connsiteX49" fmla="*/ 691356 w 1709738"/>
              <a:gd name="connsiteY49" fmla="*/ 542925 h 889000"/>
              <a:gd name="connsiteX50" fmla="*/ 364331 w 1709738"/>
              <a:gd name="connsiteY50" fmla="*/ 542925 h 889000"/>
              <a:gd name="connsiteX51" fmla="*/ 400050 w 1709738"/>
              <a:gd name="connsiteY51" fmla="*/ 578644 h 889000"/>
              <a:gd name="connsiteX52" fmla="*/ 364331 w 1709738"/>
              <a:gd name="connsiteY52" fmla="*/ 614363 h 889000"/>
              <a:gd name="connsiteX53" fmla="*/ 328612 w 1709738"/>
              <a:gd name="connsiteY53" fmla="*/ 578644 h 889000"/>
              <a:gd name="connsiteX54" fmla="*/ 364331 w 1709738"/>
              <a:gd name="connsiteY54" fmla="*/ 542925 h 889000"/>
              <a:gd name="connsiteX55" fmla="*/ 35719 w 1709738"/>
              <a:gd name="connsiteY55" fmla="*/ 542925 h 889000"/>
              <a:gd name="connsiteX56" fmla="*/ 71438 w 1709738"/>
              <a:gd name="connsiteY56" fmla="*/ 578644 h 889000"/>
              <a:gd name="connsiteX57" fmla="*/ 35719 w 1709738"/>
              <a:gd name="connsiteY57" fmla="*/ 614363 h 889000"/>
              <a:gd name="connsiteX58" fmla="*/ 0 w 1709738"/>
              <a:gd name="connsiteY58" fmla="*/ 578644 h 889000"/>
              <a:gd name="connsiteX59" fmla="*/ 35719 w 1709738"/>
              <a:gd name="connsiteY59" fmla="*/ 542925 h 889000"/>
              <a:gd name="connsiteX60" fmla="*/ 1674019 w 1709738"/>
              <a:gd name="connsiteY60" fmla="*/ 271463 h 889000"/>
              <a:gd name="connsiteX61" fmla="*/ 1709738 w 1709738"/>
              <a:gd name="connsiteY61" fmla="*/ 307182 h 889000"/>
              <a:gd name="connsiteX62" fmla="*/ 1674019 w 1709738"/>
              <a:gd name="connsiteY62" fmla="*/ 342901 h 889000"/>
              <a:gd name="connsiteX63" fmla="*/ 1638300 w 1709738"/>
              <a:gd name="connsiteY63" fmla="*/ 307182 h 889000"/>
              <a:gd name="connsiteX64" fmla="*/ 1674019 w 1709738"/>
              <a:gd name="connsiteY64" fmla="*/ 271463 h 889000"/>
              <a:gd name="connsiteX65" fmla="*/ 1346994 w 1709738"/>
              <a:gd name="connsiteY65" fmla="*/ 271463 h 889000"/>
              <a:gd name="connsiteX66" fmla="*/ 1382713 w 1709738"/>
              <a:gd name="connsiteY66" fmla="*/ 307182 h 889000"/>
              <a:gd name="connsiteX67" fmla="*/ 1346994 w 1709738"/>
              <a:gd name="connsiteY67" fmla="*/ 342901 h 889000"/>
              <a:gd name="connsiteX68" fmla="*/ 1311275 w 1709738"/>
              <a:gd name="connsiteY68" fmla="*/ 307182 h 889000"/>
              <a:gd name="connsiteX69" fmla="*/ 1346994 w 1709738"/>
              <a:gd name="connsiteY69" fmla="*/ 271463 h 889000"/>
              <a:gd name="connsiteX70" fmla="*/ 1018381 w 1709738"/>
              <a:gd name="connsiteY70" fmla="*/ 271463 h 889000"/>
              <a:gd name="connsiteX71" fmla="*/ 1054100 w 1709738"/>
              <a:gd name="connsiteY71" fmla="*/ 307182 h 889000"/>
              <a:gd name="connsiteX72" fmla="*/ 1018381 w 1709738"/>
              <a:gd name="connsiteY72" fmla="*/ 342901 h 889000"/>
              <a:gd name="connsiteX73" fmla="*/ 982662 w 1709738"/>
              <a:gd name="connsiteY73" fmla="*/ 307182 h 889000"/>
              <a:gd name="connsiteX74" fmla="*/ 1018381 w 1709738"/>
              <a:gd name="connsiteY74" fmla="*/ 271463 h 889000"/>
              <a:gd name="connsiteX75" fmla="*/ 691356 w 1709738"/>
              <a:gd name="connsiteY75" fmla="*/ 271463 h 889000"/>
              <a:gd name="connsiteX76" fmla="*/ 727075 w 1709738"/>
              <a:gd name="connsiteY76" fmla="*/ 307182 h 889000"/>
              <a:gd name="connsiteX77" fmla="*/ 691356 w 1709738"/>
              <a:gd name="connsiteY77" fmla="*/ 342901 h 889000"/>
              <a:gd name="connsiteX78" fmla="*/ 655637 w 1709738"/>
              <a:gd name="connsiteY78" fmla="*/ 307182 h 889000"/>
              <a:gd name="connsiteX79" fmla="*/ 691356 w 1709738"/>
              <a:gd name="connsiteY79" fmla="*/ 271463 h 889000"/>
              <a:gd name="connsiteX80" fmla="*/ 364331 w 1709738"/>
              <a:gd name="connsiteY80" fmla="*/ 271463 h 889000"/>
              <a:gd name="connsiteX81" fmla="*/ 400050 w 1709738"/>
              <a:gd name="connsiteY81" fmla="*/ 307182 h 889000"/>
              <a:gd name="connsiteX82" fmla="*/ 364331 w 1709738"/>
              <a:gd name="connsiteY82" fmla="*/ 342901 h 889000"/>
              <a:gd name="connsiteX83" fmla="*/ 328612 w 1709738"/>
              <a:gd name="connsiteY83" fmla="*/ 307182 h 889000"/>
              <a:gd name="connsiteX84" fmla="*/ 364331 w 1709738"/>
              <a:gd name="connsiteY84" fmla="*/ 271463 h 889000"/>
              <a:gd name="connsiteX85" fmla="*/ 35719 w 1709738"/>
              <a:gd name="connsiteY85" fmla="*/ 271463 h 889000"/>
              <a:gd name="connsiteX86" fmla="*/ 71438 w 1709738"/>
              <a:gd name="connsiteY86" fmla="*/ 307182 h 889000"/>
              <a:gd name="connsiteX87" fmla="*/ 35719 w 1709738"/>
              <a:gd name="connsiteY87" fmla="*/ 342901 h 889000"/>
              <a:gd name="connsiteX88" fmla="*/ 0 w 1709738"/>
              <a:gd name="connsiteY88" fmla="*/ 307182 h 889000"/>
              <a:gd name="connsiteX89" fmla="*/ 35719 w 1709738"/>
              <a:gd name="connsiteY89" fmla="*/ 271463 h 889000"/>
              <a:gd name="connsiteX90" fmla="*/ 1018381 w 1709738"/>
              <a:gd name="connsiteY90" fmla="*/ 0 h 889000"/>
              <a:gd name="connsiteX91" fmla="*/ 1054100 w 1709738"/>
              <a:gd name="connsiteY91" fmla="*/ 35719 h 889000"/>
              <a:gd name="connsiteX92" fmla="*/ 1018381 w 1709738"/>
              <a:gd name="connsiteY92" fmla="*/ 71438 h 889000"/>
              <a:gd name="connsiteX93" fmla="*/ 982662 w 1709738"/>
              <a:gd name="connsiteY93" fmla="*/ 35719 h 889000"/>
              <a:gd name="connsiteX94" fmla="*/ 1018381 w 1709738"/>
              <a:gd name="connsiteY94" fmla="*/ 0 h 889000"/>
              <a:gd name="connsiteX95" fmla="*/ 691356 w 1709738"/>
              <a:gd name="connsiteY95" fmla="*/ 0 h 889000"/>
              <a:gd name="connsiteX96" fmla="*/ 727075 w 1709738"/>
              <a:gd name="connsiteY96" fmla="*/ 35719 h 889000"/>
              <a:gd name="connsiteX97" fmla="*/ 691356 w 1709738"/>
              <a:gd name="connsiteY97" fmla="*/ 71438 h 889000"/>
              <a:gd name="connsiteX98" fmla="*/ 655637 w 1709738"/>
              <a:gd name="connsiteY98" fmla="*/ 35719 h 889000"/>
              <a:gd name="connsiteX99" fmla="*/ 691356 w 1709738"/>
              <a:gd name="connsiteY99" fmla="*/ 0 h 889000"/>
              <a:gd name="connsiteX100" fmla="*/ 364331 w 1709738"/>
              <a:gd name="connsiteY100" fmla="*/ 0 h 889000"/>
              <a:gd name="connsiteX101" fmla="*/ 400050 w 1709738"/>
              <a:gd name="connsiteY101" fmla="*/ 35719 h 889000"/>
              <a:gd name="connsiteX102" fmla="*/ 364331 w 1709738"/>
              <a:gd name="connsiteY102" fmla="*/ 71438 h 889000"/>
              <a:gd name="connsiteX103" fmla="*/ 328612 w 1709738"/>
              <a:gd name="connsiteY103" fmla="*/ 35719 h 889000"/>
              <a:gd name="connsiteX104" fmla="*/ 364331 w 1709738"/>
              <a:gd name="connsiteY104" fmla="*/ 0 h 889000"/>
              <a:gd name="connsiteX105" fmla="*/ 35719 w 1709738"/>
              <a:gd name="connsiteY105" fmla="*/ 0 h 889000"/>
              <a:gd name="connsiteX106" fmla="*/ 71438 w 1709738"/>
              <a:gd name="connsiteY106" fmla="*/ 35719 h 889000"/>
              <a:gd name="connsiteX107" fmla="*/ 35719 w 1709738"/>
              <a:gd name="connsiteY107" fmla="*/ 71438 h 889000"/>
              <a:gd name="connsiteX108" fmla="*/ 0 w 1709738"/>
              <a:gd name="connsiteY108" fmla="*/ 35719 h 889000"/>
              <a:gd name="connsiteX109" fmla="*/ 35719 w 1709738"/>
              <a:gd name="connsiteY109" fmla="*/ 0 h 889000"/>
              <a:gd name="connsiteX110" fmla="*/ 1674019 w 1709738"/>
              <a:gd name="connsiteY110" fmla="*/ 0 h 889000"/>
              <a:gd name="connsiteX111" fmla="*/ 1709738 w 1709738"/>
              <a:gd name="connsiteY111" fmla="*/ 35719 h 889000"/>
              <a:gd name="connsiteX112" fmla="*/ 1674019 w 1709738"/>
              <a:gd name="connsiteY112" fmla="*/ 71438 h 889000"/>
              <a:gd name="connsiteX113" fmla="*/ 1638300 w 1709738"/>
              <a:gd name="connsiteY113" fmla="*/ 35719 h 889000"/>
              <a:gd name="connsiteX114" fmla="*/ 1674019 w 1709738"/>
              <a:gd name="connsiteY114" fmla="*/ 0 h 889000"/>
              <a:gd name="connsiteX115" fmla="*/ 1346994 w 1709738"/>
              <a:gd name="connsiteY115" fmla="*/ 0 h 889000"/>
              <a:gd name="connsiteX116" fmla="*/ 1382713 w 1709738"/>
              <a:gd name="connsiteY116" fmla="*/ 35719 h 889000"/>
              <a:gd name="connsiteX117" fmla="*/ 1346994 w 1709738"/>
              <a:gd name="connsiteY117" fmla="*/ 71438 h 889000"/>
              <a:gd name="connsiteX118" fmla="*/ 1311275 w 1709738"/>
              <a:gd name="connsiteY118" fmla="*/ 35719 h 889000"/>
              <a:gd name="connsiteX119" fmla="*/ 1346994 w 1709738"/>
              <a:gd name="connsiteY119" fmla="*/ 0 h 88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709738" h="889000">
                <a:moveTo>
                  <a:pt x="1674019" y="812800"/>
                </a:moveTo>
                <a:cubicBezTo>
                  <a:pt x="1693746" y="812800"/>
                  <a:pt x="1709738" y="829858"/>
                  <a:pt x="1709738" y="850900"/>
                </a:cubicBezTo>
                <a:cubicBezTo>
                  <a:pt x="1709738" y="871942"/>
                  <a:pt x="1693746" y="889000"/>
                  <a:pt x="1674019" y="889000"/>
                </a:cubicBezTo>
                <a:cubicBezTo>
                  <a:pt x="1654292" y="889000"/>
                  <a:pt x="1638300" y="871942"/>
                  <a:pt x="1638300" y="850900"/>
                </a:cubicBezTo>
                <a:cubicBezTo>
                  <a:pt x="1638300" y="829858"/>
                  <a:pt x="1654292" y="812800"/>
                  <a:pt x="1674019" y="812800"/>
                </a:cubicBezTo>
                <a:close/>
                <a:moveTo>
                  <a:pt x="1346994" y="812800"/>
                </a:moveTo>
                <a:cubicBezTo>
                  <a:pt x="1366721" y="812800"/>
                  <a:pt x="1382713" y="829858"/>
                  <a:pt x="1382713" y="850900"/>
                </a:cubicBezTo>
                <a:cubicBezTo>
                  <a:pt x="1382713" y="871942"/>
                  <a:pt x="1366721" y="889000"/>
                  <a:pt x="1346994" y="889000"/>
                </a:cubicBezTo>
                <a:cubicBezTo>
                  <a:pt x="1327267" y="889000"/>
                  <a:pt x="1311275" y="871942"/>
                  <a:pt x="1311275" y="850900"/>
                </a:cubicBezTo>
                <a:cubicBezTo>
                  <a:pt x="1311275" y="829858"/>
                  <a:pt x="1327267" y="812800"/>
                  <a:pt x="1346994" y="812800"/>
                </a:cubicBezTo>
                <a:close/>
                <a:moveTo>
                  <a:pt x="1018381" y="812800"/>
                </a:moveTo>
                <a:cubicBezTo>
                  <a:pt x="1038108" y="812800"/>
                  <a:pt x="1054100" y="829858"/>
                  <a:pt x="1054100" y="850900"/>
                </a:cubicBezTo>
                <a:cubicBezTo>
                  <a:pt x="1054100" y="871942"/>
                  <a:pt x="1038108" y="889000"/>
                  <a:pt x="1018381" y="889000"/>
                </a:cubicBezTo>
                <a:cubicBezTo>
                  <a:pt x="998654" y="889000"/>
                  <a:pt x="982662" y="871942"/>
                  <a:pt x="982662" y="850900"/>
                </a:cubicBezTo>
                <a:cubicBezTo>
                  <a:pt x="982662" y="829858"/>
                  <a:pt x="998654" y="812800"/>
                  <a:pt x="1018381" y="812800"/>
                </a:cubicBezTo>
                <a:close/>
                <a:moveTo>
                  <a:pt x="691356" y="812800"/>
                </a:moveTo>
                <a:cubicBezTo>
                  <a:pt x="711083" y="812800"/>
                  <a:pt x="727075" y="829858"/>
                  <a:pt x="727075" y="850900"/>
                </a:cubicBezTo>
                <a:cubicBezTo>
                  <a:pt x="727075" y="871942"/>
                  <a:pt x="711083" y="889000"/>
                  <a:pt x="691356" y="889000"/>
                </a:cubicBezTo>
                <a:cubicBezTo>
                  <a:pt x="671629" y="889000"/>
                  <a:pt x="655637" y="871942"/>
                  <a:pt x="655637" y="850900"/>
                </a:cubicBezTo>
                <a:cubicBezTo>
                  <a:pt x="655637" y="829858"/>
                  <a:pt x="671629" y="812800"/>
                  <a:pt x="691356" y="812800"/>
                </a:cubicBezTo>
                <a:close/>
                <a:moveTo>
                  <a:pt x="364331" y="812800"/>
                </a:moveTo>
                <a:cubicBezTo>
                  <a:pt x="384058" y="812800"/>
                  <a:pt x="400050" y="829858"/>
                  <a:pt x="400050" y="850900"/>
                </a:cubicBezTo>
                <a:cubicBezTo>
                  <a:pt x="400050" y="871942"/>
                  <a:pt x="384058" y="889000"/>
                  <a:pt x="364331" y="889000"/>
                </a:cubicBezTo>
                <a:cubicBezTo>
                  <a:pt x="344604" y="889000"/>
                  <a:pt x="328612" y="871942"/>
                  <a:pt x="328612" y="850900"/>
                </a:cubicBezTo>
                <a:cubicBezTo>
                  <a:pt x="328612" y="829858"/>
                  <a:pt x="344604" y="812800"/>
                  <a:pt x="364331" y="812800"/>
                </a:cubicBezTo>
                <a:close/>
                <a:moveTo>
                  <a:pt x="35719" y="812800"/>
                </a:moveTo>
                <a:cubicBezTo>
                  <a:pt x="55446" y="812800"/>
                  <a:pt x="71438" y="829858"/>
                  <a:pt x="71438" y="850900"/>
                </a:cubicBezTo>
                <a:cubicBezTo>
                  <a:pt x="71438" y="871942"/>
                  <a:pt x="55446" y="889000"/>
                  <a:pt x="35719" y="889000"/>
                </a:cubicBezTo>
                <a:cubicBezTo>
                  <a:pt x="15992" y="889000"/>
                  <a:pt x="0" y="871942"/>
                  <a:pt x="0" y="850900"/>
                </a:cubicBezTo>
                <a:cubicBezTo>
                  <a:pt x="0" y="829858"/>
                  <a:pt x="15992" y="812800"/>
                  <a:pt x="35719" y="812800"/>
                </a:cubicBezTo>
                <a:close/>
                <a:moveTo>
                  <a:pt x="1674019" y="542925"/>
                </a:moveTo>
                <a:cubicBezTo>
                  <a:pt x="1693746" y="542925"/>
                  <a:pt x="1709738" y="558917"/>
                  <a:pt x="1709738" y="578644"/>
                </a:cubicBezTo>
                <a:cubicBezTo>
                  <a:pt x="1709738" y="598371"/>
                  <a:pt x="1693746" y="614363"/>
                  <a:pt x="1674019" y="614363"/>
                </a:cubicBezTo>
                <a:cubicBezTo>
                  <a:pt x="1654292" y="614363"/>
                  <a:pt x="1638300" y="598371"/>
                  <a:pt x="1638300" y="578644"/>
                </a:cubicBezTo>
                <a:cubicBezTo>
                  <a:pt x="1638300" y="558917"/>
                  <a:pt x="1654292" y="542925"/>
                  <a:pt x="1674019" y="542925"/>
                </a:cubicBezTo>
                <a:close/>
                <a:moveTo>
                  <a:pt x="1346994" y="542925"/>
                </a:moveTo>
                <a:cubicBezTo>
                  <a:pt x="1366721" y="542925"/>
                  <a:pt x="1382713" y="558917"/>
                  <a:pt x="1382713" y="578644"/>
                </a:cubicBezTo>
                <a:cubicBezTo>
                  <a:pt x="1382713" y="598371"/>
                  <a:pt x="1366721" y="614363"/>
                  <a:pt x="1346994" y="614363"/>
                </a:cubicBezTo>
                <a:cubicBezTo>
                  <a:pt x="1327267" y="614363"/>
                  <a:pt x="1311275" y="598371"/>
                  <a:pt x="1311275" y="578644"/>
                </a:cubicBezTo>
                <a:cubicBezTo>
                  <a:pt x="1311275" y="558917"/>
                  <a:pt x="1327267" y="542925"/>
                  <a:pt x="1346994" y="542925"/>
                </a:cubicBezTo>
                <a:close/>
                <a:moveTo>
                  <a:pt x="1018381" y="542925"/>
                </a:moveTo>
                <a:cubicBezTo>
                  <a:pt x="1038108" y="542925"/>
                  <a:pt x="1054100" y="558917"/>
                  <a:pt x="1054100" y="578644"/>
                </a:cubicBezTo>
                <a:cubicBezTo>
                  <a:pt x="1054100" y="598371"/>
                  <a:pt x="1038108" y="614363"/>
                  <a:pt x="1018381" y="614363"/>
                </a:cubicBezTo>
                <a:cubicBezTo>
                  <a:pt x="998654" y="614363"/>
                  <a:pt x="982662" y="598371"/>
                  <a:pt x="982662" y="578644"/>
                </a:cubicBezTo>
                <a:cubicBezTo>
                  <a:pt x="982662" y="558917"/>
                  <a:pt x="998654" y="542925"/>
                  <a:pt x="1018381" y="542925"/>
                </a:cubicBezTo>
                <a:close/>
                <a:moveTo>
                  <a:pt x="691356" y="542925"/>
                </a:moveTo>
                <a:cubicBezTo>
                  <a:pt x="711083" y="542925"/>
                  <a:pt x="727075" y="558917"/>
                  <a:pt x="727075" y="578644"/>
                </a:cubicBezTo>
                <a:cubicBezTo>
                  <a:pt x="727075" y="598371"/>
                  <a:pt x="711083" y="614363"/>
                  <a:pt x="691356" y="614363"/>
                </a:cubicBezTo>
                <a:cubicBezTo>
                  <a:pt x="671629" y="614363"/>
                  <a:pt x="655637" y="598371"/>
                  <a:pt x="655637" y="578644"/>
                </a:cubicBezTo>
                <a:cubicBezTo>
                  <a:pt x="655637" y="558917"/>
                  <a:pt x="671629" y="542925"/>
                  <a:pt x="691356" y="542925"/>
                </a:cubicBezTo>
                <a:close/>
                <a:moveTo>
                  <a:pt x="364331" y="542925"/>
                </a:moveTo>
                <a:cubicBezTo>
                  <a:pt x="384058" y="542925"/>
                  <a:pt x="400050" y="558917"/>
                  <a:pt x="400050" y="578644"/>
                </a:cubicBezTo>
                <a:cubicBezTo>
                  <a:pt x="400050" y="598371"/>
                  <a:pt x="384058" y="614363"/>
                  <a:pt x="364331" y="614363"/>
                </a:cubicBezTo>
                <a:cubicBezTo>
                  <a:pt x="344604" y="614363"/>
                  <a:pt x="328612" y="598371"/>
                  <a:pt x="328612" y="578644"/>
                </a:cubicBezTo>
                <a:cubicBezTo>
                  <a:pt x="328612" y="558917"/>
                  <a:pt x="344604" y="542925"/>
                  <a:pt x="364331" y="542925"/>
                </a:cubicBezTo>
                <a:close/>
                <a:moveTo>
                  <a:pt x="35719" y="542925"/>
                </a:moveTo>
                <a:cubicBezTo>
                  <a:pt x="55446" y="542925"/>
                  <a:pt x="71438" y="558917"/>
                  <a:pt x="71438" y="578644"/>
                </a:cubicBezTo>
                <a:cubicBezTo>
                  <a:pt x="71438" y="598371"/>
                  <a:pt x="55446" y="614363"/>
                  <a:pt x="35719" y="614363"/>
                </a:cubicBezTo>
                <a:cubicBezTo>
                  <a:pt x="15992" y="614363"/>
                  <a:pt x="0" y="598371"/>
                  <a:pt x="0" y="578644"/>
                </a:cubicBezTo>
                <a:cubicBezTo>
                  <a:pt x="0" y="558917"/>
                  <a:pt x="15992" y="542925"/>
                  <a:pt x="35719" y="542925"/>
                </a:cubicBezTo>
                <a:close/>
                <a:moveTo>
                  <a:pt x="1674019" y="271463"/>
                </a:moveTo>
                <a:cubicBezTo>
                  <a:pt x="1693746" y="271463"/>
                  <a:pt x="1709738" y="287455"/>
                  <a:pt x="1709738" y="307182"/>
                </a:cubicBezTo>
                <a:cubicBezTo>
                  <a:pt x="1709738" y="326909"/>
                  <a:pt x="1693746" y="342901"/>
                  <a:pt x="1674019" y="342901"/>
                </a:cubicBezTo>
                <a:cubicBezTo>
                  <a:pt x="1654292" y="342901"/>
                  <a:pt x="1638300" y="326909"/>
                  <a:pt x="1638300" y="307182"/>
                </a:cubicBezTo>
                <a:cubicBezTo>
                  <a:pt x="1638300" y="287455"/>
                  <a:pt x="1654292" y="271463"/>
                  <a:pt x="1674019" y="271463"/>
                </a:cubicBezTo>
                <a:close/>
                <a:moveTo>
                  <a:pt x="1346994" y="271463"/>
                </a:moveTo>
                <a:cubicBezTo>
                  <a:pt x="1366721" y="271463"/>
                  <a:pt x="1382713" y="287455"/>
                  <a:pt x="1382713" y="307182"/>
                </a:cubicBezTo>
                <a:cubicBezTo>
                  <a:pt x="1382713" y="326909"/>
                  <a:pt x="1366721" y="342901"/>
                  <a:pt x="1346994" y="342901"/>
                </a:cubicBezTo>
                <a:cubicBezTo>
                  <a:pt x="1327267" y="342901"/>
                  <a:pt x="1311275" y="326909"/>
                  <a:pt x="1311275" y="307182"/>
                </a:cubicBezTo>
                <a:cubicBezTo>
                  <a:pt x="1311275" y="287455"/>
                  <a:pt x="1327267" y="271463"/>
                  <a:pt x="1346994" y="271463"/>
                </a:cubicBezTo>
                <a:close/>
                <a:moveTo>
                  <a:pt x="1018381" y="271463"/>
                </a:moveTo>
                <a:cubicBezTo>
                  <a:pt x="1038108" y="271463"/>
                  <a:pt x="1054100" y="287455"/>
                  <a:pt x="1054100" y="307182"/>
                </a:cubicBezTo>
                <a:cubicBezTo>
                  <a:pt x="1054100" y="326909"/>
                  <a:pt x="1038108" y="342901"/>
                  <a:pt x="1018381" y="342901"/>
                </a:cubicBezTo>
                <a:cubicBezTo>
                  <a:pt x="998654" y="342901"/>
                  <a:pt x="982662" y="326909"/>
                  <a:pt x="982662" y="307182"/>
                </a:cubicBezTo>
                <a:cubicBezTo>
                  <a:pt x="982662" y="287455"/>
                  <a:pt x="998654" y="271463"/>
                  <a:pt x="1018381" y="271463"/>
                </a:cubicBezTo>
                <a:close/>
                <a:moveTo>
                  <a:pt x="691356" y="271463"/>
                </a:moveTo>
                <a:cubicBezTo>
                  <a:pt x="711083" y="271463"/>
                  <a:pt x="727075" y="287455"/>
                  <a:pt x="727075" y="307182"/>
                </a:cubicBezTo>
                <a:cubicBezTo>
                  <a:pt x="727075" y="326909"/>
                  <a:pt x="711083" y="342901"/>
                  <a:pt x="691356" y="342901"/>
                </a:cubicBezTo>
                <a:cubicBezTo>
                  <a:pt x="671629" y="342901"/>
                  <a:pt x="655637" y="326909"/>
                  <a:pt x="655637" y="307182"/>
                </a:cubicBezTo>
                <a:cubicBezTo>
                  <a:pt x="655637" y="287455"/>
                  <a:pt x="671629" y="271463"/>
                  <a:pt x="691356" y="271463"/>
                </a:cubicBezTo>
                <a:close/>
                <a:moveTo>
                  <a:pt x="364331" y="271463"/>
                </a:moveTo>
                <a:cubicBezTo>
                  <a:pt x="384058" y="271463"/>
                  <a:pt x="400050" y="287455"/>
                  <a:pt x="400050" y="307182"/>
                </a:cubicBezTo>
                <a:cubicBezTo>
                  <a:pt x="400050" y="326909"/>
                  <a:pt x="384058" y="342901"/>
                  <a:pt x="364331" y="342901"/>
                </a:cubicBezTo>
                <a:cubicBezTo>
                  <a:pt x="344604" y="342901"/>
                  <a:pt x="328612" y="326909"/>
                  <a:pt x="328612" y="307182"/>
                </a:cubicBezTo>
                <a:cubicBezTo>
                  <a:pt x="328612" y="287455"/>
                  <a:pt x="344604" y="271463"/>
                  <a:pt x="364331" y="271463"/>
                </a:cubicBezTo>
                <a:close/>
                <a:moveTo>
                  <a:pt x="35719" y="271463"/>
                </a:moveTo>
                <a:cubicBezTo>
                  <a:pt x="55446" y="271463"/>
                  <a:pt x="71438" y="287455"/>
                  <a:pt x="71438" y="307182"/>
                </a:cubicBezTo>
                <a:cubicBezTo>
                  <a:pt x="71438" y="326909"/>
                  <a:pt x="55446" y="342901"/>
                  <a:pt x="35719" y="342901"/>
                </a:cubicBezTo>
                <a:cubicBezTo>
                  <a:pt x="15992" y="342901"/>
                  <a:pt x="0" y="326909"/>
                  <a:pt x="0" y="307182"/>
                </a:cubicBezTo>
                <a:cubicBezTo>
                  <a:pt x="0" y="287455"/>
                  <a:pt x="15992" y="271463"/>
                  <a:pt x="35719" y="271463"/>
                </a:cubicBezTo>
                <a:close/>
                <a:moveTo>
                  <a:pt x="1018381" y="0"/>
                </a:moveTo>
                <a:cubicBezTo>
                  <a:pt x="1038108" y="0"/>
                  <a:pt x="1054100" y="15992"/>
                  <a:pt x="1054100" y="35719"/>
                </a:cubicBezTo>
                <a:cubicBezTo>
                  <a:pt x="1054100" y="55446"/>
                  <a:pt x="1038108" y="71438"/>
                  <a:pt x="1018381" y="71438"/>
                </a:cubicBezTo>
                <a:cubicBezTo>
                  <a:pt x="998654" y="71438"/>
                  <a:pt x="982662" y="55446"/>
                  <a:pt x="982662" y="35719"/>
                </a:cubicBezTo>
                <a:cubicBezTo>
                  <a:pt x="982662" y="15992"/>
                  <a:pt x="998654" y="0"/>
                  <a:pt x="1018381" y="0"/>
                </a:cubicBezTo>
                <a:close/>
                <a:moveTo>
                  <a:pt x="691356" y="0"/>
                </a:moveTo>
                <a:cubicBezTo>
                  <a:pt x="711083" y="0"/>
                  <a:pt x="727075" y="15992"/>
                  <a:pt x="727075" y="35719"/>
                </a:cubicBezTo>
                <a:cubicBezTo>
                  <a:pt x="727075" y="55446"/>
                  <a:pt x="711083" y="71438"/>
                  <a:pt x="691356" y="71438"/>
                </a:cubicBezTo>
                <a:cubicBezTo>
                  <a:pt x="671629" y="71438"/>
                  <a:pt x="655637" y="55446"/>
                  <a:pt x="655637" y="35719"/>
                </a:cubicBezTo>
                <a:cubicBezTo>
                  <a:pt x="655637" y="15992"/>
                  <a:pt x="671629" y="0"/>
                  <a:pt x="691356" y="0"/>
                </a:cubicBezTo>
                <a:close/>
                <a:moveTo>
                  <a:pt x="364331" y="0"/>
                </a:moveTo>
                <a:cubicBezTo>
                  <a:pt x="384058" y="0"/>
                  <a:pt x="400050" y="15992"/>
                  <a:pt x="400050" y="35719"/>
                </a:cubicBezTo>
                <a:cubicBezTo>
                  <a:pt x="400050" y="55446"/>
                  <a:pt x="384058" y="71438"/>
                  <a:pt x="364331" y="71438"/>
                </a:cubicBezTo>
                <a:cubicBezTo>
                  <a:pt x="344604" y="71438"/>
                  <a:pt x="328612" y="55446"/>
                  <a:pt x="328612" y="35719"/>
                </a:cubicBezTo>
                <a:cubicBezTo>
                  <a:pt x="328612" y="15992"/>
                  <a:pt x="344604" y="0"/>
                  <a:pt x="364331" y="0"/>
                </a:cubicBezTo>
                <a:close/>
                <a:moveTo>
                  <a:pt x="35719" y="0"/>
                </a:moveTo>
                <a:cubicBezTo>
                  <a:pt x="55446" y="0"/>
                  <a:pt x="71438" y="15992"/>
                  <a:pt x="71438" y="35719"/>
                </a:cubicBezTo>
                <a:cubicBezTo>
                  <a:pt x="71438" y="55446"/>
                  <a:pt x="55446" y="71438"/>
                  <a:pt x="35719" y="71438"/>
                </a:cubicBezTo>
                <a:cubicBezTo>
                  <a:pt x="15992" y="71438"/>
                  <a:pt x="0" y="55446"/>
                  <a:pt x="0" y="35719"/>
                </a:cubicBezTo>
                <a:cubicBezTo>
                  <a:pt x="0" y="15992"/>
                  <a:pt x="15992" y="0"/>
                  <a:pt x="35719" y="0"/>
                </a:cubicBezTo>
                <a:close/>
                <a:moveTo>
                  <a:pt x="1674019" y="0"/>
                </a:moveTo>
                <a:cubicBezTo>
                  <a:pt x="1693746" y="0"/>
                  <a:pt x="1709738" y="15992"/>
                  <a:pt x="1709738" y="35719"/>
                </a:cubicBezTo>
                <a:cubicBezTo>
                  <a:pt x="1709738" y="55446"/>
                  <a:pt x="1693746" y="71438"/>
                  <a:pt x="1674019" y="71438"/>
                </a:cubicBezTo>
                <a:cubicBezTo>
                  <a:pt x="1654292" y="71438"/>
                  <a:pt x="1638300" y="55446"/>
                  <a:pt x="1638300" y="35719"/>
                </a:cubicBezTo>
                <a:cubicBezTo>
                  <a:pt x="1638300" y="15992"/>
                  <a:pt x="1654292" y="0"/>
                  <a:pt x="1674019" y="0"/>
                </a:cubicBezTo>
                <a:close/>
                <a:moveTo>
                  <a:pt x="1346994" y="0"/>
                </a:moveTo>
                <a:cubicBezTo>
                  <a:pt x="1366721" y="0"/>
                  <a:pt x="1382713" y="15992"/>
                  <a:pt x="1382713" y="35719"/>
                </a:cubicBezTo>
                <a:cubicBezTo>
                  <a:pt x="1382713" y="55446"/>
                  <a:pt x="1366721" y="71438"/>
                  <a:pt x="1346994" y="71438"/>
                </a:cubicBezTo>
                <a:cubicBezTo>
                  <a:pt x="1327267" y="71438"/>
                  <a:pt x="1311275" y="55446"/>
                  <a:pt x="1311275" y="35719"/>
                </a:cubicBezTo>
                <a:cubicBezTo>
                  <a:pt x="1311275" y="15992"/>
                  <a:pt x="1327267" y="0"/>
                  <a:pt x="1346994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70" name="矩形: 圆角 69"/>
          <p:cNvSpPr/>
          <p:nvPr/>
        </p:nvSpPr>
        <p:spPr>
          <a:xfrm>
            <a:off x="957749" y="1529706"/>
            <a:ext cx="10337216" cy="4528148"/>
          </a:xfrm>
          <a:prstGeom prst="roundRect">
            <a:avLst>
              <a:gd name="adj" fmla="val 89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文本框 70"/>
          <p:cNvSpPr txBox="1"/>
          <p:nvPr/>
        </p:nvSpPr>
        <p:spPr>
          <a:xfrm>
            <a:off x="954772" y="321241"/>
            <a:ext cx="187743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目录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2812016" y="675184"/>
            <a:ext cx="3832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bg1"/>
                </a:solidFill>
              </a:rPr>
              <a:t>CONTNENTS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73" name="等腰三角形 72"/>
          <p:cNvSpPr/>
          <p:nvPr/>
        </p:nvSpPr>
        <p:spPr>
          <a:xfrm rot="6432332">
            <a:off x="10251832" y="5743905"/>
            <a:ext cx="775129" cy="66821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/>
        </p:nvGrpSpPr>
        <p:grpSpPr>
          <a:xfrm>
            <a:off x="1727450" y="2181893"/>
            <a:ext cx="1546211" cy="3124099"/>
            <a:chOff x="1502738" y="2248534"/>
            <a:chExt cx="1546211" cy="3124099"/>
          </a:xfrm>
        </p:grpSpPr>
        <p:sp>
          <p:nvSpPr>
            <p:cNvPr id="75" name="椭圆 74"/>
            <p:cNvSpPr/>
            <p:nvPr/>
          </p:nvSpPr>
          <p:spPr>
            <a:xfrm>
              <a:off x="1803592" y="2248534"/>
              <a:ext cx="896112" cy="896112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1637756" y="3295559"/>
              <a:ext cx="122778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项目概述</a:t>
              </a:r>
              <a:endPara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77" name="TextBox 17"/>
            <p:cNvSpPr txBox="1"/>
            <p:nvPr/>
          </p:nvSpPr>
          <p:spPr>
            <a:xfrm>
              <a:off x="1502738" y="4664519"/>
              <a:ext cx="14978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75000"/>
                    </a:schemeClr>
                  </a:solidFill>
                  <a:cs typeface="+mn-ea"/>
                  <a:sym typeface="+mn-lt"/>
                </a:rPr>
                <a:t>Project</a:t>
              </a:r>
            </a:p>
            <a:p>
              <a:pPr algn="ctr"/>
              <a:r>
                <a:rPr lang="en-US" altLang="zh-CN" sz="1200" dirty="0">
                  <a:solidFill>
                    <a:schemeClr val="bg1">
                      <a:lumMod val="75000"/>
                    </a:schemeClr>
                  </a:solidFill>
                  <a:cs typeface="+mn-ea"/>
                  <a:sym typeface="+mn-lt"/>
                </a:rPr>
                <a:t>outline</a:t>
              </a:r>
            </a:p>
          </p:txBody>
        </p:sp>
        <p:cxnSp>
          <p:nvCxnSpPr>
            <p:cNvPr id="78" name="直接连接符 77"/>
            <p:cNvCxnSpPr/>
            <p:nvPr/>
          </p:nvCxnSpPr>
          <p:spPr>
            <a:xfrm>
              <a:off x="3048949" y="2260618"/>
              <a:ext cx="0" cy="31120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组合 105"/>
          <p:cNvGrpSpPr/>
          <p:nvPr/>
        </p:nvGrpSpPr>
        <p:grpSpPr>
          <a:xfrm>
            <a:off x="4048001" y="2181893"/>
            <a:ext cx="1568418" cy="3012586"/>
            <a:chOff x="1502738" y="2248534"/>
            <a:chExt cx="1546211" cy="3012586"/>
          </a:xfrm>
        </p:grpSpPr>
        <p:sp>
          <p:nvSpPr>
            <p:cNvPr id="107" name="椭圆 106"/>
            <p:cNvSpPr/>
            <p:nvPr/>
          </p:nvSpPr>
          <p:spPr>
            <a:xfrm>
              <a:off x="1803592" y="2248534"/>
              <a:ext cx="896112" cy="896112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1637756" y="3295559"/>
              <a:ext cx="122778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项目分析</a:t>
              </a:r>
            </a:p>
          </p:txBody>
        </p:sp>
        <p:sp>
          <p:nvSpPr>
            <p:cNvPr id="109" name="TextBox 17"/>
            <p:cNvSpPr txBox="1"/>
            <p:nvPr/>
          </p:nvSpPr>
          <p:spPr>
            <a:xfrm>
              <a:off x="1502738" y="4664519"/>
              <a:ext cx="14978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75000"/>
                    </a:schemeClr>
                  </a:solidFill>
                  <a:cs typeface="+mn-ea"/>
                  <a:sym typeface="+mn-lt"/>
                </a:rPr>
                <a:t>Project</a:t>
              </a:r>
            </a:p>
            <a:p>
              <a:pPr algn="ctr"/>
              <a:r>
                <a:rPr lang="en-US" altLang="zh-CN" sz="1200" dirty="0">
                  <a:solidFill>
                    <a:schemeClr val="bg1">
                      <a:lumMod val="75000"/>
                    </a:schemeClr>
                  </a:solidFill>
                  <a:cs typeface="+mn-ea"/>
                  <a:sym typeface="+mn-lt"/>
                </a:rPr>
                <a:t>analysis</a:t>
              </a:r>
            </a:p>
          </p:txBody>
        </p:sp>
        <p:cxnSp>
          <p:nvCxnSpPr>
            <p:cNvPr id="110" name="直接连接符 109"/>
            <p:cNvCxnSpPr/>
            <p:nvPr/>
          </p:nvCxnSpPr>
          <p:spPr>
            <a:xfrm>
              <a:off x="3048949" y="2260618"/>
              <a:ext cx="0" cy="30005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组合 110"/>
          <p:cNvGrpSpPr/>
          <p:nvPr/>
        </p:nvGrpSpPr>
        <p:grpSpPr>
          <a:xfrm>
            <a:off x="6528739" y="2179055"/>
            <a:ext cx="1539653" cy="3068380"/>
            <a:chOff x="1502738" y="2160356"/>
            <a:chExt cx="1539653" cy="3068380"/>
          </a:xfrm>
        </p:grpSpPr>
        <p:sp>
          <p:nvSpPr>
            <p:cNvPr id="112" name="椭圆 111"/>
            <p:cNvSpPr/>
            <p:nvPr/>
          </p:nvSpPr>
          <p:spPr>
            <a:xfrm>
              <a:off x="1803592" y="2160356"/>
              <a:ext cx="896112" cy="896112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1637756" y="3295559"/>
              <a:ext cx="122778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项目设计</a:t>
              </a:r>
            </a:p>
          </p:txBody>
        </p:sp>
        <p:sp>
          <p:nvSpPr>
            <p:cNvPr id="114" name="TextBox 17"/>
            <p:cNvSpPr txBox="1"/>
            <p:nvPr/>
          </p:nvSpPr>
          <p:spPr>
            <a:xfrm>
              <a:off x="1502738" y="4664519"/>
              <a:ext cx="14978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75000"/>
                    </a:schemeClr>
                  </a:solidFill>
                  <a:cs typeface="+mn-ea"/>
                  <a:sym typeface="+mn-lt"/>
                </a:rPr>
                <a:t>Project</a:t>
              </a:r>
            </a:p>
            <a:p>
              <a:pPr algn="ctr"/>
              <a:r>
                <a:rPr lang="en-US" altLang="zh-CN" sz="1200" dirty="0">
                  <a:solidFill>
                    <a:schemeClr val="bg1">
                      <a:lumMod val="75000"/>
                    </a:schemeClr>
                  </a:solidFill>
                  <a:cs typeface="+mn-ea"/>
                  <a:sym typeface="+mn-lt"/>
                </a:rPr>
                <a:t>design</a:t>
              </a:r>
            </a:p>
          </p:txBody>
        </p:sp>
        <p:cxnSp>
          <p:nvCxnSpPr>
            <p:cNvPr id="115" name="直接连接符 114"/>
            <p:cNvCxnSpPr/>
            <p:nvPr/>
          </p:nvCxnSpPr>
          <p:spPr>
            <a:xfrm>
              <a:off x="3042391" y="2175278"/>
              <a:ext cx="0" cy="30534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组合 115"/>
          <p:cNvGrpSpPr/>
          <p:nvPr/>
        </p:nvGrpSpPr>
        <p:grpSpPr>
          <a:xfrm>
            <a:off x="8938878" y="2179055"/>
            <a:ext cx="1809928" cy="3134317"/>
            <a:chOff x="1239021" y="2260618"/>
            <a:chExt cx="1809928" cy="3134317"/>
          </a:xfrm>
        </p:grpSpPr>
        <p:sp>
          <p:nvSpPr>
            <p:cNvPr id="117" name="椭圆 116"/>
            <p:cNvSpPr/>
            <p:nvPr/>
          </p:nvSpPr>
          <p:spPr>
            <a:xfrm>
              <a:off x="1679899" y="2260618"/>
              <a:ext cx="896111" cy="884028"/>
            </a:xfrm>
            <a:prstGeom prst="ellips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1239021" y="3295559"/>
              <a:ext cx="1777867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总结</a:t>
              </a:r>
              <a:endPara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  <a:p>
              <a:pPr algn="ctr"/>
              <a:r>
                <a:rPr lang="zh-CN" alt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展望</a:t>
              </a:r>
              <a:endParaRPr lang="en-US" altLang="zh-CN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19" name="TextBox 17"/>
            <p:cNvSpPr txBox="1"/>
            <p:nvPr/>
          </p:nvSpPr>
          <p:spPr>
            <a:xfrm>
              <a:off x="1379044" y="4664519"/>
              <a:ext cx="14978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chemeClr val="bg1">
                      <a:lumMod val="75000"/>
                    </a:schemeClr>
                  </a:solidFill>
                  <a:cs typeface="+mn-ea"/>
                  <a:sym typeface="+mn-lt"/>
                </a:rPr>
                <a:t>Summarize and improve</a:t>
              </a:r>
            </a:p>
          </p:txBody>
        </p:sp>
        <p:cxnSp>
          <p:nvCxnSpPr>
            <p:cNvPr id="120" name="直接连接符 119"/>
            <p:cNvCxnSpPr/>
            <p:nvPr/>
          </p:nvCxnSpPr>
          <p:spPr>
            <a:xfrm flipH="1">
              <a:off x="3016888" y="2260618"/>
              <a:ext cx="32061" cy="313431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000">
        <p14:flip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形"/>
          <p:cNvSpPr/>
          <p:nvPr/>
        </p:nvSpPr>
        <p:spPr>
          <a:xfrm flipH="1">
            <a:off x="1787738" y="2043262"/>
            <a:ext cx="8616523" cy="326781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ym typeface="思源黑体 CN Medium" panose="020B06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669747" y="2750347"/>
            <a:ext cx="485261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8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黑体 CN Medium" panose="020B0600000000000000" pitchFamily="34" charset="-122"/>
              </a:rPr>
              <a:t>项目概述</a:t>
            </a:r>
          </a:p>
        </p:txBody>
      </p:sp>
      <p:sp>
        <p:nvSpPr>
          <p:cNvPr id="15" name="圆角矩形 33"/>
          <p:cNvSpPr/>
          <p:nvPr/>
        </p:nvSpPr>
        <p:spPr>
          <a:xfrm>
            <a:off x="4698331" y="1659416"/>
            <a:ext cx="2795339" cy="75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905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黑体 CN Medium" panose="020B0600000000000000" pitchFamily="34" charset="-122"/>
              </a:rPr>
              <a:t>PART 01</a:t>
            </a:r>
            <a:endParaRPr lang="zh-CN" altLang="en-US" sz="28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TextBox 17"/>
          <p:cNvSpPr txBox="1"/>
          <p:nvPr/>
        </p:nvSpPr>
        <p:spPr>
          <a:xfrm>
            <a:off x="3424105" y="5894056"/>
            <a:ext cx="59535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rPr>
              <a:t>Background </a:t>
            </a:r>
            <a:r>
              <a:rPr lang="en-US" altLang="zh-CN" sz="2000" dirty="0" err="1">
                <a:solidFill>
                  <a:schemeClr val="bg1">
                    <a:lumMod val="85000"/>
                  </a:schemeClr>
                </a:solidFill>
                <a:cs typeface="+mn-ea"/>
                <a:sym typeface="+mn-lt"/>
              </a:rPr>
              <a:t>imformation</a:t>
            </a:r>
            <a:endParaRPr lang="en-US" altLang="zh-CN" sz="2000" dirty="0">
              <a:solidFill>
                <a:schemeClr val="bg1">
                  <a:lumMod val="8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284132" y="6105018"/>
            <a:ext cx="3019346" cy="139114"/>
          </a:xfrm>
          <a:custGeom>
            <a:avLst/>
            <a:gdLst>
              <a:gd name="connsiteX0" fmla="*/ 2940907 w 3019346"/>
              <a:gd name="connsiteY0" fmla="*/ 0 h 139114"/>
              <a:gd name="connsiteX1" fmla="*/ 2964604 w 3019346"/>
              <a:gd name="connsiteY1" fmla="*/ 0 h 139114"/>
              <a:gd name="connsiteX2" fmla="*/ 2964604 w 3019346"/>
              <a:gd name="connsiteY2" fmla="*/ 58248 h 139114"/>
              <a:gd name="connsiteX3" fmla="*/ 3019346 w 3019346"/>
              <a:gd name="connsiteY3" fmla="*/ 58248 h 139114"/>
              <a:gd name="connsiteX4" fmla="*/ 3019346 w 3019346"/>
              <a:gd name="connsiteY4" fmla="*/ 80866 h 139114"/>
              <a:gd name="connsiteX5" fmla="*/ 2964604 w 3019346"/>
              <a:gd name="connsiteY5" fmla="*/ 80866 h 139114"/>
              <a:gd name="connsiteX6" fmla="*/ 2964604 w 3019346"/>
              <a:gd name="connsiteY6" fmla="*/ 139114 h 139114"/>
              <a:gd name="connsiteX7" fmla="*/ 2940907 w 3019346"/>
              <a:gd name="connsiteY7" fmla="*/ 139114 h 139114"/>
              <a:gd name="connsiteX8" fmla="*/ 2940907 w 3019346"/>
              <a:gd name="connsiteY8" fmla="*/ 80866 h 139114"/>
              <a:gd name="connsiteX9" fmla="*/ 2886164 w 3019346"/>
              <a:gd name="connsiteY9" fmla="*/ 80866 h 139114"/>
              <a:gd name="connsiteX10" fmla="*/ 2886164 w 3019346"/>
              <a:gd name="connsiteY10" fmla="*/ 58248 h 139114"/>
              <a:gd name="connsiteX11" fmla="*/ 2940907 w 3019346"/>
              <a:gd name="connsiteY11" fmla="*/ 58248 h 139114"/>
              <a:gd name="connsiteX12" fmla="*/ 2620222 w 3019346"/>
              <a:gd name="connsiteY12" fmla="*/ 0 h 139114"/>
              <a:gd name="connsiteX13" fmla="*/ 2643919 w 3019346"/>
              <a:gd name="connsiteY13" fmla="*/ 0 h 139114"/>
              <a:gd name="connsiteX14" fmla="*/ 2643919 w 3019346"/>
              <a:gd name="connsiteY14" fmla="*/ 58248 h 139114"/>
              <a:gd name="connsiteX15" fmla="*/ 2698661 w 3019346"/>
              <a:gd name="connsiteY15" fmla="*/ 58248 h 139114"/>
              <a:gd name="connsiteX16" fmla="*/ 2698661 w 3019346"/>
              <a:gd name="connsiteY16" fmla="*/ 80866 h 139114"/>
              <a:gd name="connsiteX17" fmla="*/ 2643919 w 3019346"/>
              <a:gd name="connsiteY17" fmla="*/ 80866 h 139114"/>
              <a:gd name="connsiteX18" fmla="*/ 2643919 w 3019346"/>
              <a:gd name="connsiteY18" fmla="*/ 139114 h 139114"/>
              <a:gd name="connsiteX19" fmla="*/ 2620222 w 3019346"/>
              <a:gd name="connsiteY19" fmla="*/ 139114 h 139114"/>
              <a:gd name="connsiteX20" fmla="*/ 2620222 w 3019346"/>
              <a:gd name="connsiteY20" fmla="*/ 80866 h 139114"/>
              <a:gd name="connsiteX21" fmla="*/ 2565479 w 3019346"/>
              <a:gd name="connsiteY21" fmla="*/ 80866 h 139114"/>
              <a:gd name="connsiteX22" fmla="*/ 2565479 w 3019346"/>
              <a:gd name="connsiteY22" fmla="*/ 58248 h 139114"/>
              <a:gd name="connsiteX23" fmla="*/ 2620222 w 3019346"/>
              <a:gd name="connsiteY23" fmla="*/ 58248 h 139114"/>
              <a:gd name="connsiteX24" fmla="*/ 2299536 w 3019346"/>
              <a:gd name="connsiteY24" fmla="*/ 0 h 139114"/>
              <a:gd name="connsiteX25" fmla="*/ 2323234 w 3019346"/>
              <a:gd name="connsiteY25" fmla="*/ 0 h 139114"/>
              <a:gd name="connsiteX26" fmla="*/ 2323234 w 3019346"/>
              <a:gd name="connsiteY26" fmla="*/ 58248 h 139114"/>
              <a:gd name="connsiteX27" fmla="*/ 2377976 w 3019346"/>
              <a:gd name="connsiteY27" fmla="*/ 58248 h 139114"/>
              <a:gd name="connsiteX28" fmla="*/ 2377976 w 3019346"/>
              <a:gd name="connsiteY28" fmla="*/ 80866 h 139114"/>
              <a:gd name="connsiteX29" fmla="*/ 2323234 w 3019346"/>
              <a:gd name="connsiteY29" fmla="*/ 80866 h 139114"/>
              <a:gd name="connsiteX30" fmla="*/ 2323234 w 3019346"/>
              <a:gd name="connsiteY30" fmla="*/ 139114 h 139114"/>
              <a:gd name="connsiteX31" fmla="*/ 2299536 w 3019346"/>
              <a:gd name="connsiteY31" fmla="*/ 139114 h 139114"/>
              <a:gd name="connsiteX32" fmla="*/ 2299536 w 3019346"/>
              <a:gd name="connsiteY32" fmla="*/ 80866 h 139114"/>
              <a:gd name="connsiteX33" fmla="*/ 2244794 w 3019346"/>
              <a:gd name="connsiteY33" fmla="*/ 80866 h 139114"/>
              <a:gd name="connsiteX34" fmla="*/ 2244794 w 3019346"/>
              <a:gd name="connsiteY34" fmla="*/ 58248 h 139114"/>
              <a:gd name="connsiteX35" fmla="*/ 2299536 w 3019346"/>
              <a:gd name="connsiteY35" fmla="*/ 58248 h 139114"/>
              <a:gd name="connsiteX36" fmla="*/ 1978853 w 3019346"/>
              <a:gd name="connsiteY36" fmla="*/ 0 h 139114"/>
              <a:gd name="connsiteX37" fmla="*/ 2002550 w 3019346"/>
              <a:gd name="connsiteY37" fmla="*/ 0 h 139114"/>
              <a:gd name="connsiteX38" fmla="*/ 2002550 w 3019346"/>
              <a:gd name="connsiteY38" fmla="*/ 58248 h 139114"/>
              <a:gd name="connsiteX39" fmla="*/ 2057292 w 3019346"/>
              <a:gd name="connsiteY39" fmla="*/ 58248 h 139114"/>
              <a:gd name="connsiteX40" fmla="*/ 2057292 w 3019346"/>
              <a:gd name="connsiteY40" fmla="*/ 80866 h 139114"/>
              <a:gd name="connsiteX41" fmla="*/ 2002550 w 3019346"/>
              <a:gd name="connsiteY41" fmla="*/ 80866 h 139114"/>
              <a:gd name="connsiteX42" fmla="*/ 2002550 w 3019346"/>
              <a:gd name="connsiteY42" fmla="*/ 139114 h 139114"/>
              <a:gd name="connsiteX43" fmla="*/ 1978853 w 3019346"/>
              <a:gd name="connsiteY43" fmla="*/ 139114 h 139114"/>
              <a:gd name="connsiteX44" fmla="*/ 1978853 w 3019346"/>
              <a:gd name="connsiteY44" fmla="*/ 80866 h 139114"/>
              <a:gd name="connsiteX45" fmla="*/ 1924111 w 3019346"/>
              <a:gd name="connsiteY45" fmla="*/ 80866 h 139114"/>
              <a:gd name="connsiteX46" fmla="*/ 1924111 w 3019346"/>
              <a:gd name="connsiteY46" fmla="*/ 58248 h 139114"/>
              <a:gd name="connsiteX47" fmla="*/ 1978853 w 3019346"/>
              <a:gd name="connsiteY47" fmla="*/ 58248 h 139114"/>
              <a:gd name="connsiteX48" fmla="*/ 1658167 w 3019346"/>
              <a:gd name="connsiteY48" fmla="*/ 0 h 139114"/>
              <a:gd name="connsiteX49" fmla="*/ 1681864 w 3019346"/>
              <a:gd name="connsiteY49" fmla="*/ 0 h 139114"/>
              <a:gd name="connsiteX50" fmla="*/ 1681864 w 3019346"/>
              <a:gd name="connsiteY50" fmla="*/ 58248 h 139114"/>
              <a:gd name="connsiteX51" fmla="*/ 1736606 w 3019346"/>
              <a:gd name="connsiteY51" fmla="*/ 58248 h 139114"/>
              <a:gd name="connsiteX52" fmla="*/ 1736606 w 3019346"/>
              <a:gd name="connsiteY52" fmla="*/ 80866 h 139114"/>
              <a:gd name="connsiteX53" fmla="*/ 1681864 w 3019346"/>
              <a:gd name="connsiteY53" fmla="*/ 80866 h 139114"/>
              <a:gd name="connsiteX54" fmla="*/ 1681864 w 3019346"/>
              <a:gd name="connsiteY54" fmla="*/ 139114 h 139114"/>
              <a:gd name="connsiteX55" fmla="*/ 1658167 w 3019346"/>
              <a:gd name="connsiteY55" fmla="*/ 139114 h 139114"/>
              <a:gd name="connsiteX56" fmla="*/ 1658167 w 3019346"/>
              <a:gd name="connsiteY56" fmla="*/ 80866 h 139114"/>
              <a:gd name="connsiteX57" fmla="*/ 1603424 w 3019346"/>
              <a:gd name="connsiteY57" fmla="*/ 80866 h 139114"/>
              <a:gd name="connsiteX58" fmla="*/ 1603424 w 3019346"/>
              <a:gd name="connsiteY58" fmla="*/ 58248 h 139114"/>
              <a:gd name="connsiteX59" fmla="*/ 1658167 w 3019346"/>
              <a:gd name="connsiteY59" fmla="*/ 58248 h 139114"/>
              <a:gd name="connsiteX60" fmla="*/ 1337482 w 3019346"/>
              <a:gd name="connsiteY60" fmla="*/ 0 h 139114"/>
              <a:gd name="connsiteX61" fmla="*/ 1361179 w 3019346"/>
              <a:gd name="connsiteY61" fmla="*/ 0 h 139114"/>
              <a:gd name="connsiteX62" fmla="*/ 1361179 w 3019346"/>
              <a:gd name="connsiteY62" fmla="*/ 58248 h 139114"/>
              <a:gd name="connsiteX63" fmla="*/ 1415922 w 3019346"/>
              <a:gd name="connsiteY63" fmla="*/ 58248 h 139114"/>
              <a:gd name="connsiteX64" fmla="*/ 1415922 w 3019346"/>
              <a:gd name="connsiteY64" fmla="*/ 80866 h 139114"/>
              <a:gd name="connsiteX65" fmla="*/ 1361179 w 3019346"/>
              <a:gd name="connsiteY65" fmla="*/ 80866 h 139114"/>
              <a:gd name="connsiteX66" fmla="*/ 1361179 w 3019346"/>
              <a:gd name="connsiteY66" fmla="*/ 139114 h 139114"/>
              <a:gd name="connsiteX67" fmla="*/ 1337482 w 3019346"/>
              <a:gd name="connsiteY67" fmla="*/ 139114 h 139114"/>
              <a:gd name="connsiteX68" fmla="*/ 1337482 w 3019346"/>
              <a:gd name="connsiteY68" fmla="*/ 80866 h 139114"/>
              <a:gd name="connsiteX69" fmla="*/ 1282740 w 3019346"/>
              <a:gd name="connsiteY69" fmla="*/ 80866 h 139114"/>
              <a:gd name="connsiteX70" fmla="*/ 1282740 w 3019346"/>
              <a:gd name="connsiteY70" fmla="*/ 58248 h 139114"/>
              <a:gd name="connsiteX71" fmla="*/ 1337482 w 3019346"/>
              <a:gd name="connsiteY71" fmla="*/ 58248 h 139114"/>
              <a:gd name="connsiteX72" fmla="*/ 1016798 w 3019346"/>
              <a:gd name="connsiteY72" fmla="*/ 0 h 139114"/>
              <a:gd name="connsiteX73" fmla="*/ 1040495 w 3019346"/>
              <a:gd name="connsiteY73" fmla="*/ 0 h 139114"/>
              <a:gd name="connsiteX74" fmla="*/ 1040495 w 3019346"/>
              <a:gd name="connsiteY74" fmla="*/ 58248 h 139114"/>
              <a:gd name="connsiteX75" fmla="*/ 1095237 w 3019346"/>
              <a:gd name="connsiteY75" fmla="*/ 58248 h 139114"/>
              <a:gd name="connsiteX76" fmla="*/ 1095237 w 3019346"/>
              <a:gd name="connsiteY76" fmla="*/ 80866 h 139114"/>
              <a:gd name="connsiteX77" fmla="*/ 1040495 w 3019346"/>
              <a:gd name="connsiteY77" fmla="*/ 80866 h 139114"/>
              <a:gd name="connsiteX78" fmla="*/ 1040495 w 3019346"/>
              <a:gd name="connsiteY78" fmla="*/ 139114 h 139114"/>
              <a:gd name="connsiteX79" fmla="*/ 1016798 w 3019346"/>
              <a:gd name="connsiteY79" fmla="*/ 139114 h 139114"/>
              <a:gd name="connsiteX80" fmla="*/ 1016798 w 3019346"/>
              <a:gd name="connsiteY80" fmla="*/ 80866 h 139114"/>
              <a:gd name="connsiteX81" fmla="*/ 962056 w 3019346"/>
              <a:gd name="connsiteY81" fmla="*/ 80866 h 139114"/>
              <a:gd name="connsiteX82" fmla="*/ 962056 w 3019346"/>
              <a:gd name="connsiteY82" fmla="*/ 58248 h 139114"/>
              <a:gd name="connsiteX83" fmla="*/ 1016798 w 3019346"/>
              <a:gd name="connsiteY83" fmla="*/ 58248 h 139114"/>
              <a:gd name="connsiteX84" fmla="*/ 696112 w 3019346"/>
              <a:gd name="connsiteY84" fmla="*/ 0 h 139114"/>
              <a:gd name="connsiteX85" fmla="*/ 719809 w 3019346"/>
              <a:gd name="connsiteY85" fmla="*/ 0 h 139114"/>
              <a:gd name="connsiteX86" fmla="*/ 719809 w 3019346"/>
              <a:gd name="connsiteY86" fmla="*/ 58248 h 139114"/>
              <a:gd name="connsiteX87" fmla="*/ 774552 w 3019346"/>
              <a:gd name="connsiteY87" fmla="*/ 58248 h 139114"/>
              <a:gd name="connsiteX88" fmla="*/ 774552 w 3019346"/>
              <a:gd name="connsiteY88" fmla="*/ 80866 h 139114"/>
              <a:gd name="connsiteX89" fmla="*/ 719809 w 3019346"/>
              <a:gd name="connsiteY89" fmla="*/ 80866 h 139114"/>
              <a:gd name="connsiteX90" fmla="*/ 719809 w 3019346"/>
              <a:gd name="connsiteY90" fmla="*/ 139114 h 139114"/>
              <a:gd name="connsiteX91" fmla="*/ 696112 w 3019346"/>
              <a:gd name="connsiteY91" fmla="*/ 139114 h 139114"/>
              <a:gd name="connsiteX92" fmla="*/ 696112 w 3019346"/>
              <a:gd name="connsiteY92" fmla="*/ 80866 h 139114"/>
              <a:gd name="connsiteX93" fmla="*/ 641370 w 3019346"/>
              <a:gd name="connsiteY93" fmla="*/ 80866 h 139114"/>
              <a:gd name="connsiteX94" fmla="*/ 641370 w 3019346"/>
              <a:gd name="connsiteY94" fmla="*/ 58248 h 139114"/>
              <a:gd name="connsiteX95" fmla="*/ 696112 w 3019346"/>
              <a:gd name="connsiteY95" fmla="*/ 58248 h 139114"/>
              <a:gd name="connsiteX96" fmla="*/ 375427 w 3019346"/>
              <a:gd name="connsiteY96" fmla="*/ 0 h 139114"/>
              <a:gd name="connsiteX97" fmla="*/ 399125 w 3019346"/>
              <a:gd name="connsiteY97" fmla="*/ 0 h 139114"/>
              <a:gd name="connsiteX98" fmla="*/ 399125 w 3019346"/>
              <a:gd name="connsiteY98" fmla="*/ 58248 h 139114"/>
              <a:gd name="connsiteX99" fmla="*/ 453867 w 3019346"/>
              <a:gd name="connsiteY99" fmla="*/ 58248 h 139114"/>
              <a:gd name="connsiteX100" fmla="*/ 453867 w 3019346"/>
              <a:gd name="connsiteY100" fmla="*/ 80866 h 139114"/>
              <a:gd name="connsiteX101" fmla="*/ 399125 w 3019346"/>
              <a:gd name="connsiteY101" fmla="*/ 80866 h 139114"/>
              <a:gd name="connsiteX102" fmla="*/ 399125 w 3019346"/>
              <a:gd name="connsiteY102" fmla="*/ 139114 h 139114"/>
              <a:gd name="connsiteX103" fmla="*/ 375427 w 3019346"/>
              <a:gd name="connsiteY103" fmla="*/ 139114 h 139114"/>
              <a:gd name="connsiteX104" fmla="*/ 375427 w 3019346"/>
              <a:gd name="connsiteY104" fmla="*/ 80866 h 139114"/>
              <a:gd name="connsiteX105" fmla="*/ 320685 w 3019346"/>
              <a:gd name="connsiteY105" fmla="*/ 80866 h 139114"/>
              <a:gd name="connsiteX106" fmla="*/ 320685 w 3019346"/>
              <a:gd name="connsiteY106" fmla="*/ 58248 h 139114"/>
              <a:gd name="connsiteX107" fmla="*/ 375427 w 3019346"/>
              <a:gd name="connsiteY107" fmla="*/ 58248 h 139114"/>
              <a:gd name="connsiteX108" fmla="*/ 54742 w 3019346"/>
              <a:gd name="connsiteY108" fmla="*/ 0 h 139114"/>
              <a:gd name="connsiteX109" fmla="*/ 78440 w 3019346"/>
              <a:gd name="connsiteY109" fmla="*/ 0 h 139114"/>
              <a:gd name="connsiteX110" fmla="*/ 78440 w 3019346"/>
              <a:gd name="connsiteY110" fmla="*/ 58248 h 139114"/>
              <a:gd name="connsiteX111" fmla="*/ 133182 w 3019346"/>
              <a:gd name="connsiteY111" fmla="*/ 58248 h 139114"/>
              <a:gd name="connsiteX112" fmla="*/ 133182 w 3019346"/>
              <a:gd name="connsiteY112" fmla="*/ 80866 h 139114"/>
              <a:gd name="connsiteX113" fmla="*/ 78440 w 3019346"/>
              <a:gd name="connsiteY113" fmla="*/ 80866 h 139114"/>
              <a:gd name="connsiteX114" fmla="*/ 78440 w 3019346"/>
              <a:gd name="connsiteY114" fmla="*/ 139114 h 139114"/>
              <a:gd name="connsiteX115" fmla="*/ 54742 w 3019346"/>
              <a:gd name="connsiteY115" fmla="*/ 139114 h 139114"/>
              <a:gd name="connsiteX116" fmla="*/ 54742 w 3019346"/>
              <a:gd name="connsiteY116" fmla="*/ 80866 h 139114"/>
              <a:gd name="connsiteX117" fmla="*/ 0 w 3019346"/>
              <a:gd name="connsiteY117" fmla="*/ 80866 h 139114"/>
              <a:gd name="connsiteX118" fmla="*/ 0 w 3019346"/>
              <a:gd name="connsiteY118" fmla="*/ 58248 h 139114"/>
              <a:gd name="connsiteX119" fmla="*/ 54742 w 3019346"/>
              <a:gd name="connsiteY119" fmla="*/ 58248 h 139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3019346" h="139114">
                <a:moveTo>
                  <a:pt x="2940907" y="0"/>
                </a:moveTo>
                <a:lnTo>
                  <a:pt x="2964604" y="0"/>
                </a:lnTo>
                <a:lnTo>
                  <a:pt x="2964604" y="58248"/>
                </a:lnTo>
                <a:lnTo>
                  <a:pt x="3019346" y="58248"/>
                </a:lnTo>
                <a:lnTo>
                  <a:pt x="3019346" y="80866"/>
                </a:lnTo>
                <a:lnTo>
                  <a:pt x="2964604" y="80866"/>
                </a:lnTo>
                <a:lnTo>
                  <a:pt x="2964604" y="139114"/>
                </a:lnTo>
                <a:lnTo>
                  <a:pt x="2940907" y="139114"/>
                </a:lnTo>
                <a:lnTo>
                  <a:pt x="2940907" y="80866"/>
                </a:lnTo>
                <a:lnTo>
                  <a:pt x="2886164" y="80866"/>
                </a:lnTo>
                <a:lnTo>
                  <a:pt x="2886164" y="58248"/>
                </a:lnTo>
                <a:lnTo>
                  <a:pt x="2940907" y="58248"/>
                </a:lnTo>
                <a:close/>
                <a:moveTo>
                  <a:pt x="2620222" y="0"/>
                </a:moveTo>
                <a:lnTo>
                  <a:pt x="2643919" y="0"/>
                </a:lnTo>
                <a:lnTo>
                  <a:pt x="2643919" y="58248"/>
                </a:lnTo>
                <a:lnTo>
                  <a:pt x="2698661" y="58248"/>
                </a:lnTo>
                <a:lnTo>
                  <a:pt x="2698661" y="80866"/>
                </a:lnTo>
                <a:lnTo>
                  <a:pt x="2643919" y="80866"/>
                </a:lnTo>
                <a:lnTo>
                  <a:pt x="2643919" y="139114"/>
                </a:lnTo>
                <a:lnTo>
                  <a:pt x="2620222" y="139114"/>
                </a:lnTo>
                <a:lnTo>
                  <a:pt x="2620222" y="80866"/>
                </a:lnTo>
                <a:lnTo>
                  <a:pt x="2565479" y="80866"/>
                </a:lnTo>
                <a:lnTo>
                  <a:pt x="2565479" y="58248"/>
                </a:lnTo>
                <a:lnTo>
                  <a:pt x="2620222" y="58248"/>
                </a:lnTo>
                <a:close/>
                <a:moveTo>
                  <a:pt x="2299536" y="0"/>
                </a:moveTo>
                <a:lnTo>
                  <a:pt x="2323234" y="0"/>
                </a:lnTo>
                <a:lnTo>
                  <a:pt x="2323234" y="58248"/>
                </a:lnTo>
                <a:lnTo>
                  <a:pt x="2377976" y="58248"/>
                </a:lnTo>
                <a:lnTo>
                  <a:pt x="2377976" y="80866"/>
                </a:lnTo>
                <a:lnTo>
                  <a:pt x="2323234" y="80866"/>
                </a:lnTo>
                <a:lnTo>
                  <a:pt x="2323234" y="139114"/>
                </a:lnTo>
                <a:lnTo>
                  <a:pt x="2299536" y="139114"/>
                </a:lnTo>
                <a:lnTo>
                  <a:pt x="2299536" y="80866"/>
                </a:lnTo>
                <a:lnTo>
                  <a:pt x="2244794" y="80866"/>
                </a:lnTo>
                <a:lnTo>
                  <a:pt x="2244794" y="58248"/>
                </a:lnTo>
                <a:lnTo>
                  <a:pt x="2299536" y="58248"/>
                </a:lnTo>
                <a:close/>
                <a:moveTo>
                  <a:pt x="1978853" y="0"/>
                </a:moveTo>
                <a:lnTo>
                  <a:pt x="2002550" y="0"/>
                </a:lnTo>
                <a:lnTo>
                  <a:pt x="2002550" y="58248"/>
                </a:lnTo>
                <a:lnTo>
                  <a:pt x="2057292" y="58248"/>
                </a:lnTo>
                <a:lnTo>
                  <a:pt x="2057292" y="80866"/>
                </a:lnTo>
                <a:lnTo>
                  <a:pt x="2002550" y="80866"/>
                </a:lnTo>
                <a:lnTo>
                  <a:pt x="2002550" y="139114"/>
                </a:lnTo>
                <a:lnTo>
                  <a:pt x="1978853" y="139114"/>
                </a:lnTo>
                <a:lnTo>
                  <a:pt x="1978853" y="80866"/>
                </a:lnTo>
                <a:lnTo>
                  <a:pt x="1924111" y="80866"/>
                </a:lnTo>
                <a:lnTo>
                  <a:pt x="1924111" y="58248"/>
                </a:lnTo>
                <a:lnTo>
                  <a:pt x="1978853" y="58248"/>
                </a:lnTo>
                <a:close/>
                <a:moveTo>
                  <a:pt x="1658167" y="0"/>
                </a:moveTo>
                <a:lnTo>
                  <a:pt x="1681864" y="0"/>
                </a:lnTo>
                <a:lnTo>
                  <a:pt x="1681864" y="58248"/>
                </a:lnTo>
                <a:lnTo>
                  <a:pt x="1736606" y="58248"/>
                </a:lnTo>
                <a:lnTo>
                  <a:pt x="1736606" y="80866"/>
                </a:lnTo>
                <a:lnTo>
                  <a:pt x="1681864" y="80866"/>
                </a:lnTo>
                <a:lnTo>
                  <a:pt x="1681864" y="139114"/>
                </a:lnTo>
                <a:lnTo>
                  <a:pt x="1658167" y="139114"/>
                </a:lnTo>
                <a:lnTo>
                  <a:pt x="1658167" y="80866"/>
                </a:lnTo>
                <a:lnTo>
                  <a:pt x="1603424" y="80866"/>
                </a:lnTo>
                <a:lnTo>
                  <a:pt x="1603424" y="58248"/>
                </a:lnTo>
                <a:lnTo>
                  <a:pt x="1658167" y="58248"/>
                </a:lnTo>
                <a:close/>
                <a:moveTo>
                  <a:pt x="1337482" y="0"/>
                </a:moveTo>
                <a:lnTo>
                  <a:pt x="1361179" y="0"/>
                </a:lnTo>
                <a:lnTo>
                  <a:pt x="1361179" y="58248"/>
                </a:lnTo>
                <a:lnTo>
                  <a:pt x="1415922" y="58248"/>
                </a:lnTo>
                <a:lnTo>
                  <a:pt x="1415922" y="80866"/>
                </a:lnTo>
                <a:lnTo>
                  <a:pt x="1361179" y="80866"/>
                </a:lnTo>
                <a:lnTo>
                  <a:pt x="1361179" y="139114"/>
                </a:lnTo>
                <a:lnTo>
                  <a:pt x="1337482" y="139114"/>
                </a:lnTo>
                <a:lnTo>
                  <a:pt x="1337482" y="80866"/>
                </a:lnTo>
                <a:lnTo>
                  <a:pt x="1282740" y="80866"/>
                </a:lnTo>
                <a:lnTo>
                  <a:pt x="1282740" y="58248"/>
                </a:lnTo>
                <a:lnTo>
                  <a:pt x="1337482" y="58248"/>
                </a:lnTo>
                <a:close/>
                <a:moveTo>
                  <a:pt x="1016798" y="0"/>
                </a:moveTo>
                <a:lnTo>
                  <a:pt x="1040495" y="0"/>
                </a:lnTo>
                <a:lnTo>
                  <a:pt x="1040495" y="58248"/>
                </a:lnTo>
                <a:lnTo>
                  <a:pt x="1095237" y="58248"/>
                </a:lnTo>
                <a:lnTo>
                  <a:pt x="1095237" y="80866"/>
                </a:lnTo>
                <a:lnTo>
                  <a:pt x="1040495" y="80866"/>
                </a:lnTo>
                <a:lnTo>
                  <a:pt x="1040495" y="139114"/>
                </a:lnTo>
                <a:lnTo>
                  <a:pt x="1016798" y="139114"/>
                </a:lnTo>
                <a:lnTo>
                  <a:pt x="1016798" y="80866"/>
                </a:lnTo>
                <a:lnTo>
                  <a:pt x="962056" y="80866"/>
                </a:lnTo>
                <a:lnTo>
                  <a:pt x="962056" y="58248"/>
                </a:lnTo>
                <a:lnTo>
                  <a:pt x="1016798" y="58248"/>
                </a:lnTo>
                <a:close/>
                <a:moveTo>
                  <a:pt x="696112" y="0"/>
                </a:moveTo>
                <a:lnTo>
                  <a:pt x="719809" y="0"/>
                </a:lnTo>
                <a:lnTo>
                  <a:pt x="719809" y="58248"/>
                </a:lnTo>
                <a:lnTo>
                  <a:pt x="774552" y="58248"/>
                </a:lnTo>
                <a:lnTo>
                  <a:pt x="774552" y="80866"/>
                </a:lnTo>
                <a:lnTo>
                  <a:pt x="719809" y="80866"/>
                </a:lnTo>
                <a:lnTo>
                  <a:pt x="719809" y="139114"/>
                </a:lnTo>
                <a:lnTo>
                  <a:pt x="696112" y="139114"/>
                </a:lnTo>
                <a:lnTo>
                  <a:pt x="696112" y="80866"/>
                </a:lnTo>
                <a:lnTo>
                  <a:pt x="641370" y="80866"/>
                </a:lnTo>
                <a:lnTo>
                  <a:pt x="641370" y="58248"/>
                </a:lnTo>
                <a:lnTo>
                  <a:pt x="696112" y="58248"/>
                </a:lnTo>
                <a:close/>
                <a:moveTo>
                  <a:pt x="375427" y="0"/>
                </a:moveTo>
                <a:lnTo>
                  <a:pt x="399125" y="0"/>
                </a:lnTo>
                <a:lnTo>
                  <a:pt x="399125" y="58248"/>
                </a:lnTo>
                <a:lnTo>
                  <a:pt x="453867" y="58248"/>
                </a:lnTo>
                <a:lnTo>
                  <a:pt x="453867" y="80866"/>
                </a:lnTo>
                <a:lnTo>
                  <a:pt x="399125" y="80866"/>
                </a:lnTo>
                <a:lnTo>
                  <a:pt x="399125" y="139114"/>
                </a:lnTo>
                <a:lnTo>
                  <a:pt x="375427" y="139114"/>
                </a:lnTo>
                <a:lnTo>
                  <a:pt x="375427" y="80866"/>
                </a:lnTo>
                <a:lnTo>
                  <a:pt x="320685" y="80866"/>
                </a:lnTo>
                <a:lnTo>
                  <a:pt x="320685" y="58248"/>
                </a:lnTo>
                <a:lnTo>
                  <a:pt x="375427" y="58248"/>
                </a:lnTo>
                <a:close/>
                <a:moveTo>
                  <a:pt x="54742" y="0"/>
                </a:moveTo>
                <a:lnTo>
                  <a:pt x="78440" y="0"/>
                </a:lnTo>
                <a:lnTo>
                  <a:pt x="78440" y="58248"/>
                </a:lnTo>
                <a:lnTo>
                  <a:pt x="133182" y="58248"/>
                </a:lnTo>
                <a:lnTo>
                  <a:pt x="133182" y="80866"/>
                </a:lnTo>
                <a:lnTo>
                  <a:pt x="78440" y="80866"/>
                </a:lnTo>
                <a:lnTo>
                  <a:pt x="78440" y="139114"/>
                </a:lnTo>
                <a:lnTo>
                  <a:pt x="54742" y="139114"/>
                </a:lnTo>
                <a:lnTo>
                  <a:pt x="54742" y="80866"/>
                </a:lnTo>
                <a:lnTo>
                  <a:pt x="0" y="80866"/>
                </a:lnTo>
                <a:lnTo>
                  <a:pt x="0" y="58248"/>
                </a:lnTo>
                <a:lnTo>
                  <a:pt x="54742" y="582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28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2642962" y="4889867"/>
            <a:ext cx="781143" cy="754259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787738" y="625402"/>
            <a:ext cx="3921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L" panose="00020600040101010101" pitchFamily="18" charset="-122"/>
                <a:sym typeface="思源黑体 CN Medium" panose="020B0600000000000000" pitchFamily="34" charset="-122"/>
              </a:rPr>
              <a:t>人工智能语言模型</a:t>
            </a:r>
          </a:p>
        </p:txBody>
      </p:sp>
      <p:sp>
        <p:nvSpPr>
          <p:cNvPr id="20" name="圆: 空心 19"/>
          <p:cNvSpPr/>
          <p:nvPr/>
        </p:nvSpPr>
        <p:spPr>
          <a:xfrm>
            <a:off x="-925930" y="-976025"/>
            <a:ext cx="2373451" cy="2373451"/>
          </a:xfrm>
          <a:prstGeom prst="don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149559" y="4334497"/>
            <a:ext cx="1892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/>
              <a:t>研究背景及意义</a:t>
            </a:r>
          </a:p>
        </p:txBody>
      </p:sp>
      <p:sp>
        <p:nvSpPr>
          <p:cNvPr id="22" name="任意多边形: 形状 21"/>
          <p:cNvSpPr/>
          <p:nvPr/>
        </p:nvSpPr>
        <p:spPr>
          <a:xfrm rot="16200000">
            <a:off x="765208" y="5385064"/>
            <a:ext cx="479377" cy="986847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3" name="图片 22" descr="黑暗中的灯光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936" y="4600737"/>
            <a:ext cx="3131748" cy="1761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000">
        <p14:switch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等腰三角形 16"/>
          <p:cNvSpPr/>
          <p:nvPr/>
        </p:nvSpPr>
        <p:spPr>
          <a:xfrm rot="5400000">
            <a:off x="600431" y="343765"/>
            <a:ext cx="557104" cy="48026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/>
        </p:nvSpPr>
        <p:spPr>
          <a:xfrm rot="5400000">
            <a:off x="718257" y="477521"/>
            <a:ext cx="404704" cy="348883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223355" y="35389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>
                <a:sym typeface="思源黑体 CN Medium" panose="020B0600000000000000" pitchFamily="34" charset="-122"/>
              </a:rPr>
              <a:t>研究背景</a:t>
            </a:r>
            <a:endParaRPr lang="en-US" altLang="zh-CN" dirty="0">
              <a:sym typeface="思源黑体 CN Medium" panose="020B0600000000000000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80056" y="1029600"/>
            <a:ext cx="11113751" cy="4399702"/>
            <a:chOff x="678672" y="2038442"/>
            <a:chExt cx="10834657" cy="3685956"/>
          </a:xfrm>
        </p:grpSpPr>
        <p:sp>
          <p:nvSpPr>
            <p:cNvPr id="20" name="Rectangle: Rounded Corners 2"/>
            <p:cNvSpPr/>
            <p:nvPr/>
          </p:nvSpPr>
          <p:spPr>
            <a:xfrm>
              <a:off x="1225816" y="2038442"/>
              <a:ext cx="9840002" cy="3685956"/>
            </a:xfrm>
            <a:prstGeom prst="roundRect">
              <a:avLst>
                <a:gd name="adj" fmla="val 1935"/>
              </a:avLst>
            </a:prstGeom>
            <a:solidFill>
              <a:schemeClr val="bg1"/>
            </a:solidFill>
            <a:ln>
              <a:noFill/>
            </a:ln>
            <a:effectLst>
              <a:outerShdw blurRad="381000" dist="63500" dir="5400000" algn="t" rotWithShape="0">
                <a:schemeClr val="tx1">
                  <a:lumMod val="85000"/>
                  <a:lumOff val="1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21" name="TextBox 11"/>
            <p:cNvSpPr txBox="1"/>
            <p:nvPr/>
          </p:nvSpPr>
          <p:spPr>
            <a:xfrm>
              <a:off x="4894751" y="2394372"/>
              <a:ext cx="180092" cy="414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4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Segoe UI Light" panose="020B0502040204020203" pitchFamily="34" charset="0"/>
              </a:endParaRPr>
            </a:p>
          </p:txBody>
        </p:sp>
        <p:sp>
          <p:nvSpPr>
            <p:cNvPr id="22" name="Freeform: Shape 13"/>
            <p:cNvSpPr/>
            <p:nvPr/>
          </p:nvSpPr>
          <p:spPr>
            <a:xfrm>
              <a:off x="4813760" y="3611177"/>
              <a:ext cx="620987" cy="540488"/>
            </a:xfrm>
            <a:custGeom>
              <a:avLst/>
              <a:gdLst>
                <a:gd name="connsiteX0" fmla="*/ 395021 w 395021"/>
                <a:gd name="connsiteY0" fmla="*/ 0 h 343815"/>
                <a:gd name="connsiteX1" fmla="*/ 395021 w 395021"/>
                <a:gd name="connsiteY1" fmla="*/ 70714 h 343815"/>
                <a:gd name="connsiteX2" fmla="*/ 320650 w 395021"/>
                <a:gd name="connsiteY2" fmla="*/ 179223 h 343815"/>
                <a:gd name="connsiteX3" fmla="*/ 395021 w 395021"/>
                <a:gd name="connsiteY3" fmla="*/ 179223 h 343815"/>
                <a:gd name="connsiteX4" fmla="*/ 395021 w 395021"/>
                <a:gd name="connsiteY4" fmla="*/ 343815 h 343815"/>
                <a:gd name="connsiteX5" fmla="*/ 242621 w 395021"/>
                <a:gd name="connsiteY5" fmla="*/ 343815 h 343815"/>
                <a:gd name="connsiteX6" fmla="*/ 242621 w 395021"/>
                <a:gd name="connsiteY6" fmla="*/ 179223 h 343815"/>
                <a:gd name="connsiteX7" fmla="*/ 287731 w 395021"/>
                <a:gd name="connsiteY7" fmla="*/ 63399 h 343815"/>
                <a:gd name="connsiteX8" fmla="*/ 395021 w 395021"/>
                <a:gd name="connsiteY8" fmla="*/ 0 h 343815"/>
                <a:gd name="connsiteX9" fmla="*/ 152400 w 395021"/>
                <a:gd name="connsiteY9" fmla="*/ 0 h 343815"/>
                <a:gd name="connsiteX10" fmla="*/ 152400 w 395021"/>
                <a:gd name="connsiteY10" fmla="*/ 70714 h 343815"/>
                <a:gd name="connsiteX11" fmla="*/ 78029 w 395021"/>
                <a:gd name="connsiteY11" fmla="*/ 179223 h 343815"/>
                <a:gd name="connsiteX12" fmla="*/ 152400 w 395021"/>
                <a:gd name="connsiteY12" fmla="*/ 179223 h 343815"/>
                <a:gd name="connsiteX13" fmla="*/ 152400 w 395021"/>
                <a:gd name="connsiteY13" fmla="*/ 343815 h 343815"/>
                <a:gd name="connsiteX14" fmla="*/ 0 w 395021"/>
                <a:gd name="connsiteY14" fmla="*/ 343815 h 343815"/>
                <a:gd name="connsiteX15" fmla="*/ 0 w 395021"/>
                <a:gd name="connsiteY15" fmla="*/ 179223 h 343815"/>
                <a:gd name="connsiteX16" fmla="*/ 45111 w 395021"/>
                <a:gd name="connsiteY16" fmla="*/ 63399 h 343815"/>
                <a:gd name="connsiteX17" fmla="*/ 152400 w 395021"/>
                <a:gd name="connsiteY17" fmla="*/ 0 h 343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5021" h="343815">
                  <a:moveTo>
                    <a:pt x="395021" y="0"/>
                  </a:moveTo>
                  <a:lnTo>
                    <a:pt x="395021" y="70714"/>
                  </a:lnTo>
                  <a:cubicBezTo>
                    <a:pt x="345440" y="87783"/>
                    <a:pt x="320650" y="123952"/>
                    <a:pt x="320650" y="179223"/>
                  </a:cubicBezTo>
                  <a:lnTo>
                    <a:pt x="395021" y="179223"/>
                  </a:lnTo>
                  <a:lnTo>
                    <a:pt x="395021" y="343815"/>
                  </a:lnTo>
                  <a:lnTo>
                    <a:pt x="242621" y="343815"/>
                  </a:lnTo>
                  <a:lnTo>
                    <a:pt x="242621" y="179223"/>
                  </a:lnTo>
                  <a:cubicBezTo>
                    <a:pt x="242621" y="135332"/>
                    <a:pt x="257658" y="96724"/>
                    <a:pt x="287731" y="63399"/>
                  </a:cubicBezTo>
                  <a:cubicBezTo>
                    <a:pt x="314554" y="34138"/>
                    <a:pt x="350317" y="13005"/>
                    <a:pt x="395021" y="0"/>
                  </a:cubicBezTo>
                  <a:close/>
                  <a:moveTo>
                    <a:pt x="152400" y="0"/>
                  </a:moveTo>
                  <a:lnTo>
                    <a:pt x="152400" y="70714"/>
                  </a:lnTo>
                  <a:cubicBezTo>
                    <a:pt x="102819" y="87783"/>
                    <a:pt x="78029" y="123952"/>
                    <a:pt x="78029" y="179223"/>
                  </a:cubicBezTo>
                  <a:lnTo>
                    <a:pt x="152400" y="179223"/>
                  </a:lnTo>
                  <a:lnTo>
                    <a:pt x="152400" y="343815"/>
                  </a:lnTo>
                  <a:lnTo>
                    <a:pt x="0" y="343815"/>
                  </a:lnTo>
                  <a:lnTo>
                    <a:pt x="0" y="179223"/>
                  </a:lnTo>
                  <a:cubicBezTo>
                    <a:pt x="0" y="135332"/>
                    <a:pt x="15037" y="96724"/>
                    <a:pt x="45111" y="63399"/>
                  </a:cubicBezTo>
                  <a:cubicBezTo>
                    <a:pt x="71933" y="34138"/>
                    <a:pt x="107696" y="13005"/>
                    <a:pt x="15240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3" name="Rectangle 14"/>
            <p:cNvSpPr/>
            <p:nvPr/>
          </p:nvSpPr>
          <p:spPr>
            <a:xfrm>
              <a:off x="6088651" y="2359534"/>
              <a:ext cx="4601152" cy="31715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zh-CN" altLang="zh-CN" sz="2000" dirty="0">
                  <a:effectLst/>
                  <a:ea typeface="宋体" panose="02010600030101010101" pitchFamily="2" charset="-122"/>
                  <a:cs typeface="宋体" panose="02010600030101010101" pitchFamily="2" charset="-122"/>
                </a:rPr>
                <a:t>当前大学生群体面临严峻的时间管理挑战（据</a:t>
              </a:r>
              <a:r>
                <a:rPr lang="en-US" altLang="zh-CN" sz="2000" dirty="0">
                  <a:effectLst/>
                  <a:ea typeface="宋体" panose="02010600030101010101" pitchFamily="2" charset="-122"/>
                  <a:cs typeface="宋体" panose="02010600030101010101" pitchFamily="2" charset="-122"/>
                </a:rPr>
                <a:t>2023</a:t>
              </a:r>
              <a:r>
                <a:rPr lang="zh-CN" altLang="zh-CN" sz="2000" dirty="0">
                  <a:effectLst/>
                  <a:ea typeface="宋体" panose="02010600030101010101" pitchFamily="2" charset="-122"/>
                  <a:cs typeface="宋体" panose="02010600030101010101" pitchFamily="2" charset="-122"/>
                </a:rPr>
                <a:t>年《中国大学生学习发展白皮书》显示）：</a:t>
              </a:r>
            </a:p>
            <a:p>
              <a:pPr marL="342900" lvl="0" indent="-342900" algn="l">
                <a:buFont typeface="+mj-lt"/>
                <a:buAutoNum type="arabicPeriod"/>
                <a:tabLst>
                  <a:tab pos="457200" algn="l"/>
                </a:tabLst>
              </a:pPr>
              <a:r>
                <a:rPr lang="zh-CN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计划执行困境：</a:t>
              </a:r>
              <a:r>
                <a:rPr lang="en-US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82%</a:t>
              </a:r>
              <a:r>
                <a:rPr lang="zh-CN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学生存在</a:t>
              </a:r>
              <a:r>
                <a:rPr lang="en-US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"</a:t>
              </a:r>
              <a:r>
                <a:rPr lang="zh-CN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计划</a:t>
              </a:r>
              <a:r>
                <a:rPr lang="en-US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zh-CN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执行差距</a:t>
              </a:r>
              <a:r>
                <a:rPr lang="en-US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"</a:t>
              </a:r>
              <a:r>
                <a:rPr lang="zh-CN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，制定计划后完成率不足</a:t>
              </a:r>
              <a:r>
                <a:rPr lang="en-US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60%</a:t>
              </a:r>
              <a:endParaRPr lang="zh-CN" altLang="zh-CN" sz="20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marL="342900" lvl="0" indent="-342900" algn="l">
                <a:buFont typeface="+mj-lt"/>
                <a:buAutoNum type="arabicPeriod"/>
                <a:tabLst>
                  <a:tab pos="457200" algn="l"/>
                </a:tabLst>
              </a:pPr>
              <a:r>
                <a:rPr lang="zh-CN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时间碎片化：平均每日被各类通知打断</a:t>
              </a:r>
              <a:r>
                <a:rPr lang="en-US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11.7</a:t>
              </a:r>
              <a:r>
                <a:rPr lang="zh-CN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次（教育部调研数据）</a:t>
              </a:r>
            </a:p>
            <a:p>
              <a:pPr marL="342900" lvl="0" indent="-342900" algn="l">
                <a:buFont typeface="+mj-lt"/>
                <a:buAutoNum type="arabicPeriod"/>
                <a:tabLst>
                  <a:tab pos="457200" algn="l"/>
                </a:tabLst>
              </a:pPr>
              <a:r>
                <a:rPr lang="zh-CN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决策疲劳：</a:t>
              </a:r>
              <a:r>
                <a:rPr lang="en-US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68%</a:t>
              </a:r>
              <a:r>
                <a:rPr lang="zh-CN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受访者表示面对多任务时难以自主确定优先级</a:t>
              </a:r>
            </a:p>
            <a:p>
              <a:pPr marL="342900" lvl="0" indent="-342900" algn="l">
                <a:buFont typeface="+mj-lt"/>
                <a:buAutoNum type="arabicPeriod"/>
                <a:tabLst>
                  <a:tab pos="457200" algn="l"/>
                </a:tabLst>
              </a:pPr>
              <a:r>
                <a:rPr lang="zh-CN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社交孤立：个人时间管理缺乏同伴监督，放弃率提升</a:t>
              </a:r>
              <a:r>
                <a:rPr lang="en-US" altLang="zh-CN" sz="2000" kern="100" dirty="0">
                  <a:effectLst/>
                  <a:ea typeface="等线" panose="02010600030101010101" pitchFamily="2" charset="-122"/>
                  <a:cs typeface="Times New Roman" panose="02020603050405020304" pitchFamily="18" charset="0"/>
                </a:rPr>
                <a:t>40%</a:t>
              </a:r>
              <a:endParaRPr lang="zh-CN" altLang="zh-CN" sz="20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 31"/>
            <p:cNvSpPr>
              <a:spLocks noChangeArrowheads="1"/>
            </p:cNvSpPr>
            <p:nvPr/>
          </p:nvSpPr>
          <p:spPr bwMode="auto">
            <a:xfrm>
              <a:off x="11189804" y="3645178"/>
              <a:ext cx="323525" cy="333156"/>
            </a:xfrm>
            <a:custGeom>
              <a:avLst/>
              <a:gdLst>
                <a:gd name="T0" fmla="*/ 142375 w 619"/>
                <a:gd name="T1" fmla="*/ 105984 h 634"/>
                <a:gd name="T2" fmla="*/ 142375 w 619"/>
                <a:gd name="T3" fmla="*/ 105984 h 634"/>
                <a:gd name="T4" fmla="*/ 89657 w 619"/>
                <a:gd name="T5" fmla="*/ 52992 h 634"/>
                <a:gd name="T6" fmla="*/ 79257 w 619"/>
                <a:gd name="T7" fmla="*/ 52992 h 634"/>
                <a:gd name="T8" fmla="*/ 79257 w 619"/>
                <a:gd name="T9" fmla="*/ 63446 h 634"/>
                <a:gd name="T10" fmla="*/ 126596 w 619"/>
                <a:gd name="T11" fmla="*/ 111392 h 634"/>
                <a:gd name="T12" fmla="*/ 79257 w 619"/>
                <a:gd name="T13" fmla="*/ 164384 h 634"/>
                <a:gd name="T14" fmla="*/ 79257 w 619"/>
                <a:gd name="T15" fmla="*/ 174838 h 634"/>
                <a:gd name="T16" fmla="*/ 89657 w 619"/>
                <a:gd name="T17" fmla="*/ 174838 h 634"/>
                <a:gd name="T18" fmla="*/ 142375 w 619"/>
                <a:gd name="T19" fmla="*/ 121846 h 634"/>
                <a:gd name="T20" fmla="*/ 142375 w 619"/>
                <a:gd name="T21" fmla="*/ 111392 h 634"/>
                <a:gd name="T22" fmla="*/ 142375 w 619"/>
                <a:gd name="T23" fmla="*/ 105984 h 634"/>
                <a:gd name="T24" fmla="*/ 110816 w 619"/>
                <a:gd name="T25" fmla="*/ 0 h 634"/>
                <a:gd name="T26" fmla="*/ 110816 w 619"/>
                <a:gd name="T27" fmla="*/ 0 h 634"/>
                <a:gd name="T28" fmla="*/ 0 w 619"/>
                <a:gd name="T29" fmla="*/ 111392 h 634"/>
                <a:gd name="T30" fmla="*/ 110816 w 619"/>
                <a:gd name="T31" fmla="*/ 228191 h 634"/>
                <a:gd name="T32" fmla="*/ 221632 w 619"/>
                <a:gd name="T33" fmla="*/ 111392 h 634"/>
                <a:gd name="T34" fmla="*/ 110816 w 619"/>
                <a:gd name="T35" fmla="*/ 0 h 634"/>
                <a:gd name="T36" fmla="*/ 110816 w 619"/>
                <a:gd name="T37" fmla="*/ 212329 h 634"/>
                <a:gd name="T38" fmla="*/ 110816 w 619"/>
                <a:gd name="T39" fmla="*/ 212329 h 634"/>
                <a:gd name="T40" fmla="*/ 10400 w 619"/>
                <a:gd name="T41" fmla="*/ 111392 h 634"/>
                <a:gd name="T42" fmla="*/ 110816 w 619"/>
                <a:gd name="T43" fmla="*/ 15862 h 634"/>
                <a:gd name="T44" fmla="*/ 211232 w 619"/>
                <a:gd name="T45" fmla="*/ 111392 h 634"/>
                <a:gd name="T46" fmla="*/ 110816 w 619"/>
                <a:gd name="T47" fmla="*/ 212329 h 63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19" h="634">
                  <a:moveTo>
                    <a:pt x="397" y="294"/>
                  </a:moveTo>
                  <a:lnTo>
                    <a:pt x="397" y="294"/>
                  </a:lnTo>
                  <a:cubicBezTo>
                    <a:pt x="250" y="147"/>
                    <a:pt x="250" y="147"/>
                    <a:pt x="250" y="147"/>
                  </a:cubicBezTo>
                  <a:cubicBezTo>
                    <a:pt x="235" y="132"/>
                    <a:pt x="221" y="132"/>
                    <a:pt x="221" y="147"/>
                  </a:cubicBezTo>
                  <a:cubicBezTo>
                    <a:pt x="206" y="147"/>
                    <a:pt x="206" y="162"/>
                    <a:pt x="221" y="176"/>
                  </a:cubicBezTo>
                  <a:cubicBezTo>
                    <a:pt x="353" y="309"/>
                    <a:pt x="353" y="309"/>
                    <a:pt x="353" y="309"/>
                  </a:cubicBezTo>
                  <a:cubicBezTo>
                    <a:pt x="221" y="456"/>
                    <a:pt x="221" y="456"/>
                    <a:pt x="221" y="456"/>
                  </a:cubicBezTo>
                  <a:cubicBezTo>
                    <a:pt x="206" y="456"/>
                    <a:pt x="206" y="471"/>
                    <a:pt x="221" y="485"/>
                  </a:cubicBezTo>
                  <a:cubicBezTo>
                    <a:pt x="221" y="485"/>
                    <a:pt x="235" y="485"/>
                    <a:pt x="250" y="485"/>
                  </a:cubicBezTo>
                  <a:cubicBezTo>
                    <a:pt x="397" y="338"/>
                    <a:pt x="397" y="338"/>
                    <a:pt x="397" y="338"/>
                  </a:cubicBezTo>
                  <a:cubicBezTo>
                    <a:pt x="397" y="324"/>
                    <a:pt x="397" y="324"/>
                    <a:pt x="397" y="309"/>
                  </a:cubicBezTo>
                  <a:lnTo>
                    <a:pt x="397" y="294"/>
                  </a:lnTo>
                  <a:close/>
                  <a:moveTo>
                    <a:pt x="309" y="0"/>
                  </a:moveTo>
                  <a:lnTo>
                    <a:pt x="309" y="0"/>
                  </a:lnTo>
                  <a:cubicBezTo>
                    <a:pt x="132" y="0"/>
                    <a:pt x="0" y="147"/>
                    <a:pt x="0" y="309"/>
                  </a:cubicBezTo>
                  <a:cubicBezTo>
                    <a:pt x="0" y="485"/>
                    <a:pt x="132" y="633"/>
                    <a:pt x="309" y="633"/>
                  </a:cubicBezTo>
                  <a:cubicBezTo>
                    <a:pt x="486" y="633"/>
                    <a:pt x="618" y="485"/>
                    <a:pt x="618" y="309"/>
                  </a:cubicBezTo>
                  <a:cubicBezTo>
                    <a:pt x="618" y="147"/>
                    <a:pt x="486" y="0"/>
                    <a:pt x="309" y="0"/>
                  </a:cubicBezTo>
                  <a:close/>
                  <a:moveTo>
                    <a:pt x="309" y="589"/>
                  </a:moveTo>
                  <a:lnTo>
                    <a:pt x="309" y="589"/>
                  </a:lnTo>
                  <a:cubicBezTo>
                    <a:pt x="162" y="589"/>
                    <a:pt x="29" y="471"/>
                    <a:pt x="29" y="309"/>
                  </a:cubicBezTo>
                  <a:cubicBezTo>
                    <a:pt x="29" y="162"/>
                    <a:pt x="162" y="44"/>
                    <a:pt x="309" y="44"/>
                  </a:cubicBezTo>
                  <a:cubicBezTo>
                    <a:pt x="456" y="44"/>
                    <a:pt x="589" y="162"/>
                    <a:pt x="589" y="309"/>
                  </a:cubicBezTo>
                  <a:cubicBezTo>
                    <a:pt x="589" y="471"/>
                    <a:pt x="456" y="589"/>
                    <a:pt x="309" y="589"/>
                  </a:cubicBez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5" name="Freeform 31"/>
            <p:cNvSpPr>
              <a:spLocks noChangeArrowheads="1"/>
            </p:cNvSpPr>
            <p:nvPr/>
          </p:nvSpPr>
          <p:spPr bwMode="auto">
            <a:xfrm flipH="1">
              <a:off x="678672" y="3645178"/>
              <a:ext cx="323525" cy="333156"/>
            </a:xfrm>
            <a:custGeom>
              <a:avLst/>
              <a:gdLst>
                <a:gd name="T0" fmla="*/ 142375 w 619"/>
                <a:gd name="T1" fmla="*/ 105984 h 634"/>
                <a:gd name="T2" fmla="*/ 142375 w 619"/>
                <a:gd name="T3" fmla="*/ 105984 h 634"/>
                <a:gd name="T4" fmla="*/ 89657 w 619"/>
                <a:gd name="T5" fmla="*/ 52992 h 634"/>
                <a:gd name="T6" fmla="*/ 79257 w 619"/>
                <a:gd name="T7" fmla="*/ 52992 h 634"/>
                <a:gd name="T8" fmla="*/ 79257 w 619"/>
                <a:gd name="T9" fmla="*/ 63446 h 634"/>
                <a:gd name="T10" fmla="*/ 126596 w 619"/>
                <a:gd name="T11" fmla="*/ 111392 h 634"/>
                <a:gd name="T12" fmla="*/ 79257 w 619"/>
                <a:gd name="T13" fmla="*/ 164384 h 634"/>
                <a:gd name="T14" fmla="*/ 79257 w 619"/>
                <a:gd name="T15" fmla="*/ 174838 h 634"/>
                <a:gd name="T16" fmla="*/ 89657 w 619"/>
                <a:gd name="T17" fmla="*/ 174838 h 634"/>
                <a:gd name="T18" fmla="*/ 142375 w 619"/>
                <a:gd name="T19" fmla="*/ 121846 h 634"/>
                <a:gd name="T20" fmla="*/ 142375 w 619"/>
                <a:gd name="T21" fmla="*/ 111392 h 634"/>
                <a:gd name="T22" fmla="*/ 142375 w 619"/>
                <a:gd name="T23" fmla="*/ 105984 h 634"/>
                <a:gd name="T24" fmla="*/ 110816 w 619"/>
                <a:gd name="T25" fmla="*/ 0 h 634"/>
                <a:gd name="T26" fmla="*/ 110816 w 619"/>
                <a:gd name="T27" fmla="*/ 0 h 634"/>
                <a:gd name="T28" fmla="*/ 0 w 619"/>
                <a:gd name="T29" fmla="*/ 111392 h 634"/>
                <a:gd name="T30" fmla="*/ 110816 w 619"/>
                <a:gd name="T31" fmla="*/ 228191 h 634"/>
                <a:gd name="T32" fmla="*/ 221632 w 619"/>
                <a:gd name="T33" fmla="*/ 111392 h 634"/>
                <a:gd name="T34" fmla="*/ 110816 w 619"/>
                <a:gd name="T35" fmla="*/ 0 h 634"/>
                <a:gd name="T36" fmla="*/ 110816 w 619"/>
                <a:gd name="T37" fmla="*/ 212329 h 634"/>
                <a:gd name="T38" fmla="*/ 110816 w 619"/>
                <a:gd name="T39" fmla="*/ 212329 h 634"/>
                <a:gd name="T40" fmla="*/ 10400 w 619"/>
                <a:gd name="T41" fmla="*/ 111392 h 634"/>
                <a:gd name="T42" fmla="*/ 110816 w 619"/>
                <a:gd name="T43" fmla="*/ 15862 h 634"/>
                <a:gd name="T44" fmla="*/ 211232 w 619"/>
                <a:gd name="T45" fmla="*/ 111392 h 634"/>
                <a:gd name="T46" fmla="*/ 110816 w 619"/>
                <a:gd name="T47" fmla="*/ 212329 h 63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19" h="634">
                  <a:moveTo>
                    <a:pt x="397" y="294"/>
                  </a:moveTo>
                  <a:lnTo>
                    <a:pt x="397" y="294"/>
                  </a:lnTo>
                  <a:cubicBezTo>
                    <a:pt x="250" y="147"/>
                    <a:pt x="250" y="147"/>
                    <a:pt x="250" y="147"/>
                  </a:cubicBezTo>
                  <a:cubicBezTo>
                    <a:pt x="235" y="132"/>
                    <a:pt x="221" y="132"/>
                    <a:pt x="221" y="147"/>
                  </a:cubicBezTo>
                  <a:cubicBezTo>
                    <a:pt x="206" y="147"/>
                    <a:pt x="206" y="162"/>
                    <a:pt x="221" y="176"/>
                  </a:cubicBezTo>
                  <a:cubicBezTo>
                    <a:pt x="353" y="309"/>
                    <a:pt x="353" y="309"/>
                    <a:pt x="353" y="309"/>
                  </a:cubicBezTo>
                  <a:cubicBezTo>
                    <a:pt x="221" y="456"/>
                    <a:pt x="221" y="456"/>
                    <a:pt x="221" y="456"/>
                  </a:cubicBezTo>
                  <a:cubicBezTo>
                    <a:pt x="206" y="456"/>
                    <a:pt x="206" y="471"/>
                    <a:pt x="221" y="485"/>
                  </a:cubicBezTo>
                  <a:cubicBezTo>
                    <a:pt x="221" y="485"/>
                    <a:pt x="235" y="485"/>
                    <a:pt x="250" y="485"/>
                  </a:cubicBezTo>
                  <a:cubicBezTo>
                    <a:pt x="397" y="338"/>
                    <a:pt x="397" y="338"/>
                    <a:pt x="397" y="338"/>
                  </a:cubicBezTo>
                  <a:cubicBezTo>
                    <a:pt x="397" y="324"/>
                    <a:pt x="397" y="324"/>
                    <a:pt x="397" y="309"/>
                  </a:cubicBezTo>
                  <a:lnTo>
                    <a:pt x="397" y="294"/>
                  </a:lnTo>
                  <a:close/>
                  <a:moveTo>
                    <a:pt x="309" y="0"/>
                  </a:moveTo>
                  <a:lnTo>
                    <a:pt x="309" y="0"/>
                  </a:lnTo>
                  <a:cubicBezTo>
                    <a:pt x="132" y="0"/>
                    <a:pt x="0" y="147"/>
                    <a:pt x="0" y="309"/>
                  </a:cubicBezTo>
                  <a:cubicBezTo>
                    <a:pt x="0" y="485"/>
                    <a:pt x="132" y="633"/>
                    <a:pt x="309" y="633"/>
                  </a:cubicBezTo>
                  <a:cubicBezTo>
                    <a:pt x="486" y="633"/>
                    <a:pt x="618" y="485"/>
                    <a:pt x="618" y="309"/>
                  </a:cubicBezTo>
                  <a:cubicBezTo>
                    <a:pt x="618" y="147"/>
                    <a:pt x="486" y="0"/>
                    <a:pt x="309" y="0"/>
                  </a:cubicBezTo>
                  <a:close/>
                  <a:moveTo>
                    <a:pt x="309" y="589"/>
                  </a:moveTo>
                  <a:lnTo>
                    <a:pt x="309" y="589"/>
                  </a:lnTo>
                  <a:cubicBezTo>
                    <a:pt x="162" y="589"/>
                    <a:pt x="29" y="471"/>
                    <a:pt x="29" y="309"/>
                  </a:cubicBezTo>
                  <a:cubicBezTo>
                    <a:pt x="29" y="162"/>
                    <a:pt x="162" y="44"/>
                    <a:pt x="309" y="44"/>
                  </a:cubicBezTo>
                  <a:cubicBezTo>
                    <a:pt x="456" y="44"/>
                    <a:pt x="589" y="162"/>
                    <a:pt x="589" y="309"/>
                  </a:cubicBezTo>
                  <a:cubicBezTo>
                    <a:pt x="589" y="471"/>
                    <a:pt x="456" y="589"/>
                    <a:pt x="309" y="589"/>
                  </a:cubicBez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06" y="1363904"/>
            <a:ext cx="4719675" cy="378565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92891" y="5581787"/>
            <a:ext cx="106177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鱼跃</a:t>
            </a:r>
            <a:r>
              <a:rPr lang="en-US" altLang="zh-CN" sz="2000" dirty="0" err="1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todo</a:t>
            </a:r>
            <a:r>
              <a:rPr lang="zh-CN" altLang="zh-CN" sz="20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平台通过个性化时间规划算法、智能任务调度系统、多维度行为数据分析及社交化目标管理等功能模块，赋能用户实现高效时间配置与自我提升</a:t>
            </a:r>
            <a:r>
              <a:rPr lang="zh-CN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gallery dir="l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形"/>
          <p:cNvSpPr/>
          <p:nvPr/>
        </p:nvSpPr>
        <p:spPr>
          <a:xfrm flipH="1">
            <a:off x="1787738" y="2043262"/>
            <a:ext cx="8616523" cy="326781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ym typeface="思源黑体 CN Medium" panose="020B06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69696" y="2691753"/>
            <a:ext cx="485261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8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黑体 CN Medium" panose="020B0600000000000000" pitchFamily="34" charset="-122"/>
              </a:rPr>
              <a:t>项目分析</a:t>
            </a:r>
          </a:p>
        </p:txBody>
      </p:sp>
      <p:sp>
        <p:nvSpPr>
          <p:cNvPr id="14" name="圆角矩形 33"/>
          <p:cNvSpPr/>
          <p:nvPr/>
        </p:nvSpPr>
        <p:spPr>
          <a:xfrm>
            <a:off x="4698331" y="1659416"/>
            <a:ext cx="2795339" cy="75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905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黑体 CN Medium" panose="020B0600000000000000" pitchFamily="34" charset="-122"/>
              </a:rPr>
              <a:t>PART 02</a:t>
            </a:r>
            <a:endParaRPr lang="zh-CN" altLang="en-US" sz="28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TextBox 17"/>
          <p:cNvSpPr txBox="1"/>
          <p:nvPr/>
        </p:nvSpPr>
        <p:spPr>
          <a:xfrm>
            <a:off x="3119209" y="4337483"/>
            <a:ext cx="5953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问题分析及解决方案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84132" y="6105018"/>
            <a:ext cx="3019346" cy="139114"/>
          </a:xfrm>
          <a:custGeom>
            <a:avLst/>
            <a:gdLst>
              <a:gd name="connsiteX0" fmla="*/ 2940907 w 3019346"/>
              <a:gd name="connsiteY0" fmla="*/ 0 h 139114"/>
              <a:gd name="connsiteX1" fmla="*/ 2964604 w 3019346"/>
              <a:gd name="connsiteY1" fmla="*/ 0 h 139114"/>
              <a:gd name="connsiteX2" fmla="*/ 2964604 w 3019346"/>
              <a:gd name="connsiteY2" fmla="*/ 58248 h 139114"/>
              <a:gd name="connsiteX3" fmla="*/ 3019346 w 3019346"/>
              <a:gd name="connsiteY3" fmla="*/ 58248 h 139114"/>
              <a:gd name="connsiteX4" fmla="*/ 3019346 w 3019346"/>
              <a:gd name="connsiteY4" fmla="*/ 80866 h 139114"/>
              <a:gd name="connsiteX5" fmla="*/ 2964604 w 3019346"/>
              <a:gd name="connsiteY5" fmla="*/ 80866 h 139114"/>
              <a:gd name="connsiteX6" fmla="*/ 2964604 w 3019346"/>
              <a:gd name="connsiteY6" fmla="*/ 139114 h 139114"/>
              <a:gd name="connsiteX7" fmla="*/ 2940907 w 3019346"/>
              <a:gd name="connsiteY7" fmla="*/ 139114 h 139114"/>
              <a:gd name="connsiteX8" fmla="*/ 2940907 w 3019346"/>
              <a:gd name="connsiteY8" fmla="*/ 80866 h 139114"/>
              <a:gd name="connsiteX9" fmla="*/ 2886164 w 3019346"/>
              <a:gd name="connsiteY9" fmla="*/ 80866 h 139114"/>
              <a:gd name="connsiteX10" fmla="*/ 2886164 w 3019346"/>
              <a:gd name="connsiteY10" fmla="*/ 58248 h 139114"/>
              <a:gd name="connsiteX11" fmla="*/ 2940907 w 3019346"/>
              <a:gd name="connsiteY11" fmla="*/ 58248 h 139114"/>
              <a:gd name="connsiteX12" fmla="*/ 2620222 w 3019346"/>
              <a:gd name="connsiteY12" fmla="*/ 0 h 139114"/>
              <a:gd name="connsiteX13" fmla="*/ 2643919 w 3019346"/>
              <a:gd name="connsiteY13" fmla="*/ 0 h 139114"/>
              <a:gd name="connsiteX14" fmla="*/ 2643919 w 3019346"/>
              <a:gd name="connsiteY14" fmla="*/ 58248 h 139114"/>
              <a:gd name="connsiteX15" fmla="*/ 2698661 w 3019346"/>
              <a:gd name="connsiteY15" fmla="*/ 58248 h 139114"/>
              <a:gd name="connsiteX16" fmla="*/ 2698661 w 3019346"/>
              <a:gd name="connsiteY16" fmla="*/ 80866 h 139114"/>
              <a:gd name="connsiteX17" fmla="*/ 2643919 w 3019346"/>
              <a:gd name="connsiteY17" fmla="*/ 80866 h 139114"/>
              <a:gd name="connsiteX18" fmla="*/ 2643919 w 3019346"/>
              <a:gd name="connsiteY18" fmla="*/ 139114 h 139114"/>
              <a:gd name="connsiteX19" fmla="*/ 2620222 w 3019346"/>
              <a:gd name="connsiteY19" fmla="*/ 139114 h 139114"/>
              <a:gd name="connsiteX20" fmla="*/ 2620222 w 3019346"/>
              <a:gd name="connsiteY20" fmla="*/ 80866 h 139114"/>
              <a:gd name="connsiteX21" fmla="*/ 2565479 w 3019346"/>
              <a:gd name="connsiteY21" fmla="*/ 80866 h 139114"/>
              <a:gd name="connsiteX22" fmla="*/ 2565479 w 3019346"/>
              <a:gd name="connsiteY22" fmla="*/ 58248 h 139114"/>
              <a:gd name="connsiteX23" fmla="*/ 2620222 w 3019346"/>
              <a:gd name="connsiteY23" fmla="*/ 58248 h 139114"/>
              <a:gd name="connsiteX24" fmla="*/ 2299536 w 3019346"/>
              <a:gd name="connsiteY24" fmla="*/ 0 h 139114"/>
              <a:gd name="connsiteX25" fmla="*/ 2323234 w 3019346"/>
              <a:gd name="connsiteY25" fmla="*/ 0 h 139114"/>
              <a:gd name="connsiteX26" fmla="*/ 2323234 w 3019346"/>
              <a:gd name="connsiteY26" fmla="*/ 58248 h 139114"/>
              <a:gd name="connsiteX27" fmla="*/ 2377976 w 3019346"/>
              <a:gd name="connsiteY27" fmla="*/ 58248 h 139114"/>
              <a:gd name="connsiteX28" fmla="*/ 2377976 w 3019346"/>
              <a:gd name="connsiteY28" fmla="*/ 80866 h 139114"/>
              <a:gd name="connsiteX29" fmla="*/ 2323234 w 3019346"/>
              <a:gd name="connsiteY29" fmla="*/ 80866 h 139114"/>
              <a:gd name="connsiteX30" fmla="*/ 2323234 w 3019346"/>
              <a:gd name="connsiteY30" fmla="*/ 139114 h 139114"/>
              <a:gd name="connsiteX31" fmla="*/ 2299536 w 3019346"/>
              <a:gd name="connsiteY31" fmla="*/ 139114 h 139114"/>
              <a:gd name="connsiteX32" fmla="*/ 2299536 w 3019346"/>
              <a:gd name="connsiteY32" fmla="*/ 80866 h 139114"/>
              <a:gd name="connsiteX33" fmla="*/ 2244794 w 3019346"/>
              <a:gd name="connsiteY33" fmla="*/ 80866 h 139114"/>
              <a:gd name="connsiteX34" fmla="*/ 2244794 w 3019346"/>
              <a:gd name="connsiteY34" fmla="*/ 58248 h 139114"/>
              <a:gd name="connsiteX35" fmla="*/ 2299536 w 3019346"/>
              <a:gd name="connsiteY35" fmla="*/ 58248 h 139114"/>
              <a:gd name="connsiteX36" fmla="*/ 1978853 w 3019346"/>
              <a:gd name="connsiteY36" fmla="*/ 0 h 139114"/>
              <a:gd name="connsiteX37" fmla="*/ 2002550 w 3019346"/>
              <a:gd name="connsiteY37" fmla="*/ 0 h 139114"/>
              <a:gd name="connsiteX38" fmla="*/ 2002550 w 3019346"/>
              <a:gd name="connsiteY38" fmla="*/ 58248 h 139114"/>
              <a:gd name="connsiteX39" fmla="*/ 2057292 w 3019346"/>
              <a:gd name="connsiteY39" fmla="*/ 58248 h 139114"/>
              <a:gd name="connsiteX40" fmla="*/ 2057292 w 3019346"/>
              <a:gd name="connsiteY40" fmla="*/ 80866 h 139114"/>
              <a:gd name="connsiteX41" fmla="*/ 2002550 w 3019346"/>
              <a:gd name="connsiteY41" fmla="*/ 80866 h 139114"/>
              <a:gd name="connsiteX42" fmla="*/ 2002550 w 3019346"/>
              <a:gd name="connsiteY42" fmla="*/ 139114 h 139114"/>
              <a:gd name="connsiteX43" fmla="*/ 1978853 w 3019346"/>
              <a:gd name="connsiteY43" fmla="*/ 139114 h 139114"/>
              <a:gd name="connsiteX44" fmla="*/ 1978853 w 3019346"/>
              <a:gd name="connsiteY44" fmla="*/ 80866 h 139114"/>
              <a:gd name="connsiteX45" fmla="*/ 1924111 w 3019346"/>
              <a:gd name="connsiteY45" fmla="*/ 80866 h 139114"/>
              <a:gd name="connsiteX46" fmla="*/ 1924111 w 3019346"/>
              <a:gd name="connsiteY46" fmla="*/ 58248 h 139114"/>
              <a:gd name="connsiteX47" fmla="*/ 1978853 w 3019346"/>
              <a:gd name="connsiteY47" fmla="*/ 58248 h 139114"/>
              <a:gd name="connsiteX48" fmla="*/ 1658167 w 3019346"/>
              <a:gd name="connsiteY48" fmla="*/ 0 h 139114"/>
              <a:gd name="connsiteX49" fmla="*/ 1681864 w 3019346"/>
              <a:gd name="connsiteY49" fmla="*/ 0 h 139114"/>
              <a:gd name="connsiteX50" fmla="*/ 1681864 w 3019346"/>
              <a:gd name="connsiteY50" fmla="*/ 58248 h 139114"/>
              <a:gd name="connsiteX51" fmla="*/ 1736606 w 3019346"/>
              <a:gd name="connsiteY51" fmla="*/ 58248 h 139114"/>
              <a:gd name="connsiteX52" fmla="*/ 1736606 w 3019346"/>
              <a:gd name="connsiteY52" fmla="*/ 80866 h 139114"/>
              <a:gd name="connsiteX53" fmla="*/ 1681864 w 3019346"/>
              <a:gd name="connsiteY53" fmla="*/ 80866 h 139114"/>
              <a:gd name="connsiteX54" fmla="*/ 1681864 w 3019346"/>
              <a:gd name="connsiteY54" fmla="*/ 139114 h 139114"/>
              <a:gd name="connsiteX55" fmla="*/ 1658167 w 3019346"/>
              <a:gd name="connsiteY55" fmla="*/ 139114 h 139114"/>
              <a:gd name="connsiteX56" fmla="*/ 1658167 w 3019346"/>
              <a:gd name="connsiteY56" fmla="*/ 80866 h 139114"/>
              <a:gd name="connsiteX57" fmla="*/ 1603424 w 3019346"/>
              <a:gd name="connsiteY57" fmla="*/ 80866 h 139114"/>
              <a:gd name="connsiteX58" fmla="*/ 1603424 w 3019346"/>
              <a:gd name="connsiteY58" fmla="*/ 58248 h 139114"/>
              <a:gd name="connsiteX59" fmla="*/ 1658167 w 3019346"/>
              <a:gd name="connsiteY59" fmla="*/ 58248 h 139114"/>
              <a:gd name="connsiteX60" fmla="*/ 1337482 w 3019346"/>
              <a:gd name="connsiteY60" fmla="*/ 0 h 139114"/>
              <a:gd name="connsiteX61" fmla="*/ 1361179 w 3019346"/>
              <a:gd name="connsiteY61" fmla="*/ 0 h 139114"/>
              <a:gd name="connsiteX62" fmla="*/ 1361179 w 3019346"/>
              <a:gd name="connsiteY62" fmla="*/ 58248 h 139114"/>
              <a:gd name="connsiteX63" fmla="*/ 1415922 w 3019346"/>
              <a:gd name="connsiteY63" fmla="*/ 58248 h 139114"/>
              <a:gd name="connsiteX64" fmla="*/ 1415922 w 3019346"/>
              <a:gd name="connsiteY64" fmla="*/ 80866 h 139114"/>
              <a:gd name="connsiteX65" fmla="*/ 1361179 w 3019346"/>
              <a:gd name="connsiteY65" fmla="*/ 80866 h 139114"/>
              <a:gd name="connsiteX66" fmla="*/ 1361179 w 3019346"/>
              <a:gd name="connsiteY66" fmla="*/ 139114 h 139114"/>
              <a:gd name="connsiteX67" fmla="*/ 1337482 w 3019346"/>
              <a:gd name="connsiteY67" fmla="*/ 139114 h 139114"/>
              <a:gd name="connsiteX68" fmla="*/ 1337482 w 3019346"/>
              <a:gd name="connsiteY68" fmla="*/ 80866 h 139114"/>
              <a:gd name="connsiteX69" fmla="*/ 1282740 w 3019346"/>
              <a:gd name="connsiteY69" fmla="*/ 80866 h 139114"/>
              <a:gd name="connsiteX70" fmla="*/ 1282740 w 3019346"/>
              <a:gd name="connsiteY70" fmla="*/ 58248 h 139114"/>
              <a:gd name="connsiteX71" fmla="*/ 1337482 w 3019346"/>
              <a:gd name="connsiteY71" fmla="*/ 58248 h 139114"/>
              <a:gd name="connsiteX72" fmla="*/ 1016798 w 3019346"/>
              <a:gd name="connsiteY72" fmla="*/ 0 h 139114"/>
              <a:gd name="connsiteX73" fmla="*/ 1040495 w 3019346"/>
              <a:gd name="connsiteY73" fmla="*/ 0 h 139114"/>
              <a:gd name="connsiteX74" fmla="*/ 1040495 w 3019346"/>
              <a:gd name="connsiteY74" fmla="*/ 58248 h 139114"/>
              <a:gd name="connsiteX75" fmla="*/ 1095237 w 3019346"/>
              <a:gd name="connsiteY75" fmla="*/ 58248 h 139114"/>
              <a:gd name="connsiteX76" fmla="*/ 1095237 w 3019346"/>
              <a:gd name="connsiteY76" fmla="*/ 80866 h 139114"/>
              <a:gd name="connsiteX77" fmla="*/ 1040495 w 3019346"/>
              <a:gd name="connsiteY77" fmla="*/ 80866 h 139114"/>
              <a:gd name="connsiteX78" fmla="*/ 1040495 w 3019346"/>
              <a:gd name="connsiteY78" fmla="*/ 139114 h 139114"/>
              <a:gd name="connsiteX79" fmla="*/ 1016798 w 3019346"/>
              <a:gd name="connsiteY79" fmla="*/ 139114 h 139114"/>
              <a:gd name="connsiteX80" fmla="*/ 1016798 w 3019346"/>
              <a:gd name="connsiteY80" fmla="*/ 80866 h 139114"/>
              <a:gd name="connsiteX81" fmla="*/ 962056 w 3019346"/>
              <a:gd name="connsiteY81" fmla="*/ 80866 h 139114"/>
              <a:gd name="connsiteX82" fmla="*/ 962056 w 3019346"/>
              <a:gd name="connsiteY82" fmla="*/ 58248 h 139114"/>
              <a:gd name="connsiteX83" fmla="*/ 1016798 w 3019346"/>
              <a:gd name="connsiteY83" fmla="*/ 58248 h 139114"/>
              <a:gd name="connsiteX84" fmla="*/ 696112 w 3019346"/>
              <a:gd name="connsiteY84" fmla="*/ 0 h 139114"/>
              <a:gd name="connsiteX85" fmla="*/ 719809 w 3019346"/>
              <a:gd name="connsiteY85" fmla="*/ 0 h 139114"/>
              <a:gd name="connsiteX86" fmla="*/ 719809 w 3019346"/>
              <a:gd name="connsiteY86" fmla="*/ 58248 h 139114"/>
              <a:gd name="connsiteX87" fmla="*/ 774552 w 3019346"/>
              <a:gd name="connsiteY87" fmla="*/ 58248 h 139114"/>
              <a:gd name="connsiteX88" fmla="*/ 774552 w 3019346"/>
              <a:gd name="connsiteY88" fmla="*/ 80866 h 139114"/>
              <a:gd name="connsiteX89" fmla="*/ 719809 w 3019346"/>
              <a:gd name="connsiteY89" fmla="*/ 80866 h 139114"/>
              <a:gd name="connsiteX90" fmla="*/ 719809 w 3019346"/>
              <a:gd name="connsiteY90" fmla="*/ 139114 h 139114"/>
              <a:gd name="connsiteX91" fmla="*/ 696112 w 3019346"/>
              <a:gd name="connsiteY91" fmla="*/ 139114 h 139114"/>
              <a:gd name="connsiteX92" fmla="*/ 696112 w 3019346"/>
              <a:gd name="connsiteY92" fmla="*/ 80866 h 139114"/>
              <a:gd name="connsiteX93" fmla="*/ 641370 w 3019346"/>
              <a:gd name="connsiteY93" fmla="*/ 80866 h 139114"/>
              <a:gd name="connsiteX94" fmla="*/ 641370 w 3019346"/>
              <a:gd name="connsiteY94" fmla="*/ 58248 h 139114"/>
              <a:gd name="connsiteX95" fmla="*/ 696112 w 3019346"/>
              <a:gd name="connsiteY95" fmla="*/ 58248 h 139114"/>
              <a:gd name="connsiteX96" fmla="*/ 375427 w 3019346"/>
              <a:gd name="connsiteY96" fmla="*/ 0 h 139114"/>
              <a:gd name="connsiteX97" fmla="*/ 399125 w 3019346"/>
              <a:gd name="connsiteY97" fmla="*/ 0 h 139114"/>
              <a:gd name="connsiteX98" fmla="*/ 399125 w 3019346"/>
              <a:gd name="connsiteY98" fmla="*/ 58248 h 139114"/>
              <a:gd name="connsiteX99" fmla="*/ 453867 w 3019346"/>
              <a:gd name="connsiteY99" fmla="*/ 58248 h 139114"/>
              <a:gd name="connsiteX100" fmla="*/ 453867 w 3019346"/>
              <a:gd name="connsiteY100" fmla="*/ 80866 h 139114"/>
              <a:gd name="connsiteX101" fmla="*/ 399125 w 3019346"/>
              <a:gd name="connsiteY101" fmla="*/ 80866 h 139114"/>
              <a:gd name="connsiteX102" fmla="*/ 399125 w 3019346"/>
              <a:gd name="connsiteY102" fmla="*/ 139114 h 139114"/>
              <a:gd name="connsiteX103" fmla="*/ 375427 w 3019346"/>
              <a:gd name="connsiteY103" fmla="*/ 139114 h 139114"/>
              <a:gd name="connsiteX104" fmla="*/ 375427 w 3019346"/>
              <a:gd name="connsiteY104" fmla="*/ 80866 h 139114"/>
              <a:gd name="connsiteX105" fmla="*/ 320685 w 3019346"/>
              <a:gd name="connsiteY105" fmla="*/ 80866 h 139114"/>
              <a:gd name="connsiteX106" fmla="*/ 320685 w 3019346"/>
              <a:gd name="connsiteY106" fmla="*/ 58248 h 139114"/>
              <a:gd name="connsiteX107" fmla="*/ 375427 w 3019346"/>
              <a:gd name="connsiteY107" fmla="*/ 58248 h 139114"/>
              <a:gd name="connsiteX108" fmla="*/ 54742 w 3019346"/>
              <a:gd name="connsiteY108" fmla="*/ 0 h 139114"/>
              <a:gd name="connsiteX109" fmla="*/ 78440 w 3019346"/>
              <a:gd name="connsiteY109" fmla="*/ 0 h 139114"/>
              <a:gd name="connsiteX110" fmla="*/ 78440 w 3019346"/>
              <a:gd name="connsiteY110" fmla="*/ 58248 h 139114"/>
              <a:gd name="connsiteX111" fmla="*/ 133182 w 3019346"/>
              <a:gd name="connsiteY111" fmla="*/ 58248 h 139114"/>
              <a:gd name="connsiteX112" fmla="*/ 133182 w 3019346"/>
              <a:gd name="connsiteY112" fmla="*/ 80866 h 139114"/>
              <a:gd name="connsiteX113" fmla="*/ 78440 w 3019346"/>
              <a:gd name="connsiteY113" fmla="*/ 80866 h 139114"/>
              <a:gd name="connsiteX114" fmla="*/ 78440 w 3019346"/>
              <a:gd name="connsiteY114" fmla="*/ 139114 h 139114"/>
              <a:gd name="connsiteX115" fmla="*/ 54742 w 3019346"/>
              <a:gd name="connsiteY115" fmla="*/ 139114 h 139114"/>
              <a:gd name="connsiteX116" fmla="*/ 54742 w 3019346"/>
              <a:gd name="connsiteY116" fmla="*/ 80866 h 139114"/>
              <a:gd name="connsiteX117" fmla="*/ 0 w 3019346"/>
              <a:gd name="connsiteY117" fmla="*/ 80866 h 139114"/>
              <a:gd name="connsiteX118" fmla="*/ 0 w 3019346"/>
              <a:gd name="connsiteY118" fmla="*/ 58248 h 139114"/>
              <a:gd name="connsiteX119" fmla="*/ 54742 w 3019346"/>
              <a:gd name="connsiteY119" fmla="*/ 58248 h 139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3019346" h="139114">
                <a:moveTo>
                  <a:pt x="2940907" y="0"/>
                </a:moveTo>
                <a:lnTo>
                  <a:pt x="2964604" y="0"/>
                </a:lnTo>
                <a:lnTo>
                  <a:pt x="2964604" y="58248"/>
                </a:lnTo>
                <a:lnTo>
                  <a:pt x="3019346" y="58248"/>
                </a:lnTo>
                <a:lnTo>
                  <a:pt x="3019346" y="80866"/>
                </a:lnTo>
                <a:lnTo>
                  <a:pt x="2964604" y="80866"/>
                </a:lnTo>
                <a:lnTo>
                  <a:pt x="2964604" y="139114"/>
                </a:lnTo>
                <a:lnTo>
                  <a:pt x="2940907" y="139114"/>
                </a:lnTo>
                <a:lnTo>
                  <a:pt x="2940907" y="80866"/>
                </a:lnTo>
                <a:lnTo>
                  <a:pt x="2886164" y="80866"/>
                </a:lnTo>
                <a:lnTo>
                  <a:pt x="2886164" y="58248"/>
                </a:lnTo>
                <a:lnTo>
                  <a:pt x="2940907" y="58248"/>
                </a:lnTo>
                <a:close/>
                <a:moveTo>
                  <a:pt x="2620222" y="0"/>
                </a:moveTo>
                <a:lnTo>
                  <a:pt x="2643919" y="0"/>
                </a:lnTo>
                <a:lnTo>
                  <a:pt x="2643919" y="58248"/>
                </a:lnTo>
                <a:lnTo>
                  <a:pt x="2698661" y="58248"/>
                </a:lnTo>
                <a:lnTo>
                  <a:pt x="2698661" y="80866"/>
                </a:lnTo>
                <a:lnTo>
                  <a:pt x="2643919" y="80866"/>
                </a:lnTo>
                <a:lnTo>
                  <a:pt x="2643919" y="139114"/>
                </a:lnTo>
                <a:lnTo>
                  <a:pt x="2620222" y="139114"/>
                </a:lnTo>
                <a:lnTo>
                  <a:pt x="2620222" y="80866"/>
                </a:lnTo>
                <a:lnTo>
                  <a:pt x="2565479" y="80866"/>
                </a:lnTo>
                <a:lnTo>
                  <a:pt x="2565479" y="58248"/>
                </a:lnTo>
                <a:lnTo>
                  <a:pt x="2620222" y="58248"/>
                </a:lnTo>
                <a:close/>
                <a:moveTo>
                  <a:pt x="2299536" y="0"/>
                </a:moveTo>
                <a:lnTo>
                  <a:pt x="2323234" y="0"/>
                </a:lnTo>
                <a:lnTo>
                  <a:pt x="2323234" y="58248"/>
                </a:lnTo>
                <a:lnTo>
                  <a:pt x="2377976" y="58248"/>
                </a:lnTo>
                <a:lnTo>
                  <a:pt x="2377976" y="80866"/>
                </a:lnTo>
                <a:lnTo>
                  <a:pt x="2323234" y="80866"/>
                </a:lnTo>
                <a:lnTo>
                  <a:pt x="2323234" y="139114"/>
                </a:lnTo>
                <a:lnTo>
                  <a:pt x="2299536" y="139114"/>
                </a:lnTo>
                <a:lnTo>
                  <a:pt x="2299536" y="80866"/>
                </a:lnTo>
                <a:lnTo>
                  <a:pt x="2244794" y="80866"/>
                </a:lnTo>
                <a:lnTo>
                  <a:pt x="2244794" y="58248"/>
                </a:lnTo>
                <a:lnTo>
                  <a:pt x="2299536" y="58248"/>
                </a:lnTo>
                <a:close/>
                <a:moveTo>
                  <a:pt x="1978853" y="0"/>
                </a:moveTo>
                <a:lnTo>
                  <a:pt x="2002550" y="0"/>
                </a:lnTo>
                <a:lnTo>
                  <a:pt x="2002550" y="58248"/>
                </a:lnTo>
                <a:lnTo>
                  <a:pt x="2057292" y="58248"/>
                </a:lnTo>
                <a:lnTo>
                  <a:pt x="2057292" y="80866"/>
                </a:lnTo>
                <a:lnTo>
                  <a:pt x="2002550" y="80866"/>
                </a:lnTo>
                <a:lnTo>
                  <a:pt x="2002550" y="139114"/>
                </a:lnTo>
                <a:lnTo>
                  <a:pt x="1978853" y="139114"/>
                </a:lnTo>
                <a:lnTo>
                  <a:pt x="1978853" y="80866"/>
                </a:lnTo>
                <a:lnTo>
                  <a:pt x="1924111" y="80866"/>
                </a:lnTo>
                <a:lnTo>
                  <a:pt x="1924111" y="58248"/>
                </a:lnTo>
                <a:lnTo>
                  <a:pt x="1978853" y="58248"/>
                </a:lnTo>
                <a:close/>
                <a:moveTo>
                  <a:pt x="1658167" y="0"/>
                </a:moveTo>
                <a:lnTo>
                  <a:pt x="1681864" y="0"/>
                </a:lnTo>
                <a:lnTo>
                  <a:pt x="1681864" y="58248"/>
                </a:lnTo>
                <a:lnTo>
                  <a:pt x="1736606" y="58248"/>
                </a:lnTo>
                <a:lnTo>
                  <a:pt x="1736606" y="80866"/>
                </a:lnTo>
                <a:lnTo>
                  <a:pt x="1681864" y="80866"/>
                </a:lnTo>
                <a:lnTo>
                  <a:pt x="1681864" y="139114"/>
                </a:lnTo>
                <a:lnTo>
                  <a:pt x="1658167" y="139114"/>
                </a:lnTo>
                <a:lnTo>
                  <a:pt x="1658167" y="80866"/>
                </a:lnTo>
                <a:lnTo>
                  <a:pt x="1603424" y="80866"/>
                </a:lnTo>
                <a:lnTo>
                  <a:pt x="1603424" y="58248"/>
                </a:lnTo>
                <a:lnTo>
                  <a:pt x="1658167" y="58248"/>
                </a:lnTo>
                <a:close/>
                <a:moveTo>
                  <a:pt x="1337482" y="0"/>
                </a:moveTo>
                <a:lnTo>
                  <a:pt x="1361179" y="0"/>
                </a:lnTo>
                <a:lnTo>
                  <a:pt x="1361179" y="58248"/>
                </a:lnTo>
                <a:lnTo>
                  <a:pt x="1415922" y="58248"/>
                </a:lnTo>
                <a:lnTo>
                  <a:pt x="1415922" y="80866"/>
                </a:lnTo>
                <a:lnTo>
                  <a:pt x="1361179" y="80866"/>
                </a:lnTo>
                <a:lnTo>
                  <a:pt x="1361179" y="139114"/>
                </a:lnTo>
                <a:lnTo>
                  <a:pt x="1337482" y="139114"/>
                </a:lnTo>
                <a:lnTo>
                  <a:pt x="1337482" y="80866"/>
                </a:lnTo>
                <a:lnTo>
                  <a:pt x="1282740" y="80866"/>
                </a:lnTo>
                <a:lnTo>
                  <a:pt x="1282740" y="58248"/>
                </a:lnTo>
                <a:lnTo>
                  <a:pt x="1337482" y="58248"/>
                </a:lnTo>
                <a:close/>
                <a:moveTo>
                  <a:pt x="1016798" y="0"/>
                </a:moveTo>
                <a:lnTo>
                  <a:pt x="1040495" y="0"/>
                </a:lnTo>
                <a:lnTo>
                  <a:pt x="1040495" y="58248"/>
                </a:lnTo>
                <a:lnTo>
                  <a:pt x="1095237" y="58248"/>
                </a:lnTo>
                <a:lnTo>
                  <a:pt x="1095237" y="80866"/>
                </a:lnTo>
                <a:lnTo>
                  <a:pt x="1040495" y="80866"/>
                </a:lnTo>
                <a:lnTo>
                  <a:pt x="1040495" y="139114"/>
                </a:lnTo>
                <a:lnTo>
                  <a:pt x="1016798" y="139114"/>
                </a:lnTo>
                <a:lnTo>
                  <a:pt x="1016798" y="80866"/>
                </a:lnTo>
                <a:lnTo>
                  <a:pt x="962056" y="80866"/>
                </a:lnTo>
                <a:lnTo>
                  <a:pt x="962056" y="58248"/>
                </a:lnTo>
                <a:lnTo>
                  <a:pt x="1016798" y="58248"/>
                </a:lnTo>
                <a:close/>
                <a:moveTo>
                  <a:pt x="696112" y="0"/>
                </a:moveTo>
                <a:lnTo>
                  <a:pt x="719809" y="0"/>
                </a:lnTo>
                <a:lnTo>
                  <a:pt x="719809" y="58248"/>
                </a:lnTo>
                <a:lnTo>
                  <a:pt x="774552" y="58248"/>
                </a:lnTo>
                <a:lnTo>
                  <a:pt x="774552" y="80866"/>
                </a:lnTo>
                <a:lnTo>
                  <a:pt x="719809" y="80866"/>
                </a:lnTo>
                <a:lnTo>
                  <a:pt x="719809" y="139114"/>
                </a:lnTo>
                <a:lnTo>
                  <a:pt x="696112" y="139114"/>
                </a:lnTo>
                <a:lnTo>
                  <a:pt x="696112" y="80866"/>
                </a:lnTo>
                <a:lnTo>
                  <a:pt x="641370" y="80866"/>
                </a:lnTo>
                <a:lnTo>
                  <a:pt x="641370" y="58248"/>
                </a:lnTo>
                <a:lnTo>
                  <a:pt x="696112" y="58248"/>
                </a:lnTo>
                <a:close/>
                <a:moveTo>
                  <a:pt x="375427" y="0"/>
                </a:moveTo>
                <a:lnTo>
                  <a:pt x="399125" y="0"/>
                </a:lnTo>
                <a:lnTo>
                  <a:pt x="399125" y="58248"/>
                </a:lnTo>
                <a:lnTo>
                  <a:pt x="453867" y="58248"/>
                </a:lnTo>
                <a:lnTo>
                  <a:pt x="453867" y="80866"/>
                </a:lnTo>
                <a:lnTo>
                  <a:pt x="399125" y="80866"/>
                </a:lnTo>
                <a:lnTo>
                  <a:pt x="399125" y="139114"/>
                </a:lnTo>
                <a:lnTo>
                  <a:pt x="375427" y="139114"/>
                </a:lnTo>
                <a:lnTo>
                  <a:pt x="375427" y="80866"/>
                </a:lnTo>
                <a:lnTo>
                  <a:pt x="320685" y="80866"/>
                </a:lnTo>
                <a:lnTo>
                  <a:pt x="320685" y="58248"/>
                </a:lnTo>
                <a:lnTo>
                  <a:pt x="375427" y="58248"/>
                </a:lnTo>
                <a:close/>
                <a:moveTo>
                  <a:pt x="54742" y="0"/>
                </a:moveTo>
                <a:lnTo>
                  <a:pt x="78440" y="0"/>
                </a:lnTo>
                <a:lnTo>
                  <a:pt x="78440" y="58248"/>
                </a:lnTo>
                <a:lnTo>
                  <a:pt x="133182" y="58248"/>
                </a:lnTo>
                <a:lnTo>
                  <a:pt x="133182" y="80866"/>
                </a:lnTo>
                <a:lnTo>
                  <a:pt x="78440" y="80866"/>
                </a:lnTo>
                <a:lnTo>
                  <a:pt x="78440" y="139114"/>
                </a:lnTo>
                <a:lnTo>
                  <a:pt x="54742" y="139114"/>
                </a:lnTo>
                <a:lnTo>
                  <a:pt x="54742" y="80866"/>
                </a:lnTo>
                <a:lnTo>
                  <a:pt x="0" y="80866"/>
                </a:lnTo>
                <a:lnTo>
                  <a:pt x="0" y="58248"/>
                </a:lnTo>
                <a:lnTo>
                  <a:pt x="54742" y="582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28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642962" y="4889867"/>
            <a:ext cx="781143" cy="754259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87738" y="625402"/>
            <a:ext cx="3921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L" panose="00020600040101010101" pitchFamily="18" charset="-122"/>
                <a:sym typeface="思源黑体 CN Medium" panose="020B0600000000000000" pitchFamily="34" charset="-122"/>
              </a:rPr>
              <a:t>人工智能语言模型</a:t>
            </a:r>
          </a:p>
        </p:txBody>
      </p:sp>
      <p:sp>
        <p:nvSpPr>
          <p:cNvPr id="19" name="圆: 空心 18"/>
          <p:cNvSpPr/>
          <p:nvPr/>
        </p:nvSpPr>
        <p:spPr>
          <a:xfrm>
            <a:off x="-925930" y="-976025"/>
            <a:ext cx="2373451" cy="2373451"/>
          </a:xfrm>
          <a:prstGeom prst="don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58107" y="6036076"/>
            <a:ext cx="20747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 err="1">
                <a:solidFill>
                  <a:schemeClr val="bg1"/>
                </a:solidFill>
              </a:rPr>
              <a:t>edusphere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1" name="任意多边形: 形状 20"/>
          <p:cNvSpPr/>
          <p:nvPr/>
        </p:nvSpPr>
        <p:spPr>
          <a:xfrm rot="16200000">
            <a:off x="765208" y="5385064"/>
            <a:ext cx="479377" cy="986847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2" name="图片 21" descr="黑暗中的灯光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497" y="4414640"/>
            <a:ext cx="3131748" cy="1761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000">
        <p14:switch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等腰三角形 29"/>
          <p:cNvSpPr/>
          <p:nvPr/>
        </p:nvSpPr>
        <p:spPr>
          <a:xfrm rot="5400000">
            <a:off x="511173" y="317065"/>
            <a:ext cx="557104" cy="48026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等腰三角形 30"/>
          <p:cNvSpPr/>
          <p:nvPr/>
        </p:nvSpPr>
        <p:spPr>
          <a:xfrm rot="5400000">
            <a:off x="653062" y="485299"/>
            <a:ext cx="404704" cy="348883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161234" y="31252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>
                <a:sym typeface="思源黑体 CN Medium" panose="020B0600000000000000" pitchFamily="34" charset="-122"/>
              </a:rPr>
              <a:t>竞品分析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995313"/>
              </p:ext>
            </p:extLst>
          </p:nvPr>
        </p:nvGraphicFramePr>
        <p:xfrm>
          <a:off x="509537" y="1014492"/>
          <a:ext cx="11054280" cy="5274772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763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3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3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3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47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800" kern="100" dirty="0">
                          <a:effectLst/>
                        </a:rPr>
                        <a:t>维度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800" kern="100" dirty="0">
                          <a:effectLst/>
                        </a:rPr>
                        <a:t>番茄</a:t>
                      </a:r>
                      <a:r>
                        <a:rPr lang="en-US" sz="2800" kern="100" dirty="0" err="1">
                          <a:effectLst/>
                        </a:rPr>
                        <a:t>ToDo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kern="100" dirty="0">
                          <a:effectLst/>
                        </a:rPr>
                        <a:t>Forest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800" kern="100" dirty="0">
                          <a:effectLst/>
                        </a:rPr>
                        <a:t>鱼跃</a:t>
                      </a:r>
                      <a:r>
                        <a:rPr lang="en-US" sz="2800" kern="100" dirty="0" err="1">
                          <a:effectLst/>
                        </a:rPr>
                        <a:t>ToDo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63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  <a:latin typeface="+mj-lt"/>
                        </a:rPr>
                        <a:t>AI</a:t>
                      </a:r>
                      <a:r>
                        <a:rPr lang="zh-CN" sz="2000" kern="100" dirty="0">
                          <a:effectLst/>
                          <a:latin typeface="+mj-lt"/>
                        </a:rPr>
                        <a:t>语言交互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基础提醒功能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无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多轮对话式任务协商，</a:t>
                      </a:r>
                      <a:br>
                        <a:rPr lang="en-US" sz="2000" kern="100" dirty="0">
                          <a:effectLst/>
                          <a:latin typeface="+mj-lt"/>
                        </a:rPr>
                      </a:br>
                      <a:r>
                        <a:rPr lang="zh-CN" sz="2000" kern="100" dirty="0">
                          <a:effectLst/>
                          <a:latin typeface="+mj-lt"/>
                        </a:rPr>
                        <a:t>个性化提醒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调度算法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固定时钟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专注时长统计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  <a:latin typeface="+mj-lt"/>
                        </a:rPr>
                        <a:t>AI</a:t>
                      </a:r>
                      <a:r>
                        <a:rPr lang="zh-CN" sz="2000" kern="100" dirty="0">
                          <a:effectLst/>
                          <a:latin typeface="+mj-lt"/>
                        </a:rPr>
                        <a:t>动态预估与调整时间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8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任务规划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固定四象限手动分类，列表简单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仅专注时长记录，单任务计时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  <a:latin typeface="+mj-lt"/>
                        </a:rPr>
                        <a:t>AI</a:t>
                      </a:r>
                      <a:r>
                        <a:rPr lang="zh-CN" sz="2000" kern="100" dirty="0">
                          <a:effectLst/>
                          <a:latin typeface="+mj-lt"/>
                        </a:rPr>
                        <a:t>动态智能排序</a:t>
                      </a:r>
                      <a:endParaRPr lang="en-US" altLang="zh-CN" sz="2000" kern="100" dirty="0">
                        <a:effectLst/>
                        <a:latin typeface="+mj-lt"/>
                      </a:endParaRPr>
                    </a:p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多任务并行规划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智能冲突检测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无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无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  <a:latin typeface="+mj-lt"/>
                        </a:rPr>
                        <a:t>AI</a:t>
                      </a:r>
                      <a:r>
                        <a:rPr lang="zh-CN" sz="2000" kern="100" dirty="0">
                          <a:effectLst/>
                          <a:latin typeface="+mj-lt"/>
                        </a:rPr>
                        <a:t>自动检测</a:t>
                      </a:r>
                      <a:endParaRPr lang="en-US" altLang="zh-CN" sz="2000" kern="100" dirty="0">
                        <a:effectLst/>
                        <a:latin typeface="+mj-lt"/>
                      </a:endParaRPr>
                    </a:p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并提出解决方案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8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校园适配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通用性设计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通用性设计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深度校园集成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8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数据分析与可视化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基础饼图</a:t>
                      </a:r>
                      <a:r>
                        <a:rPr lang="en-US" sz="2000" kern="100" dirty="0">
                          <a:effectLst/>
                          <a:latin typeface="+mj-lt"/>
                        </a:rPr>
                        <a:t>/</a:t>
                      </a:r>
                      <a:r>
                        <a:rPr lang="zh-CN" sz="2000" kern="100" dirty="0">
                          <a:effectLst/>
                          <a:latin typeface="+mj-lt"/>
                        </a:rPr>
                        <a:t>折线图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  <a:latin typeface="+mj-lt"/>
                        </a:rPr>
                        <a:t>无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  <a:latin typeface="+mj-lt"/>
                        </a:rPr>
                        <a:t>AI</a:t>
                      </a:r>
                      <a:r>
                        <a:rPr lang="zh-CN" sz="2000" kern="100" dirty="0">
                          <a:effectLst/>
                          <a:latin typeface="+mj-lt"/>
                        </a:rPr>
                        <a:t>生成提供多维度图表</a:t>
                      </a:r>
                      <a:endParaRPr lang="zh-CN" sz="2000" kern="100" dirty="0">
                        <a:effectLst/>
                        <a:latin typeface="+mj-lt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等腰三角形 29"/>
          <p:cNvSpPr/>
          <p:nvPr/>
        </p:nvSpPr>
        <p:spPr>
          <a:xfrm rot="5400000">
            <a:off x="638384" y="442056"/>
            <a:ext cx="557104" cy="48026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等腰三角形 30"/>
          <p:cNvSpPr/>
          <p:nvPr/>
        </p:nvSpPr>
        <p:spPr>
          <a:xfrm rot="5400000">
            <a:off x="779625" y="615417"/>
            <a:ext cx="404704" cy="348883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231875" y="495051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>
                <a:sym typeface="思源黑体 CN Medium" panose="020B0600000000000000" pitchFamily="34" charset="-122"/>
              </a:rPr>
              <a:t>项目问题分析及解决方案</a:t>
            </a:r>
          </a:p>
        </p:txBody>
      </p:sp>
      <p:sp>
        <p:nvSpPr>
          <p:cNvPr id="36" name="矩形 3"/>
          <p:cNvSpPr>
            <a:spLocks noChangeArrowheads="1"/>
          </p:cNvSpPr>
          <p:nvPr/>
        </p:nvSpPr>
        <p:spPr bwMode="auto">
          <a:xfrm>
            <a:off x="2505187" y="1744964"/>
            <a:ext cx="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ct val="0"/>
              </a:spcBef>
            </a:pPr>
            <a:endParaRPr lang="zh-CN" altLang="en-US" sz="2000" dirty="0">
              <a:solidFill>
                <a:schemeClr val="accen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519615" y="2068023"/>
            <a:ext cx="3204000" cy="2366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SourceHanSansSC-Regular"/>
              </a:defRPr>
            </a:lvl1pPr>
          </a:lstStyle>
          <a:p>
            <a:pPr>
              <a:lnSpc>
                <a:spcPct val="120000"/>
              </a:lnSpc>
            </a:pPr>
            <a:endParaRPr lang="zh-CN" altLang="en-US" dirty="0">
              <a:sym typeface="思源黑体 CN Medium" panose="020B0600000000000000" pitchFamily="34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825662" y="897671"/>
            <a:ext cx="4470592" cy="7812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SourceHanSansSC-Regular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chemeClr val="accent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痛点问题</a:t>
            </a:r>
            <a:endParaRPr lang="en-US" altLang="zh-CN" sz="2400" dirty="0">
              <a:solidFill>
                <a:schemeClr val="accent1"/>
              </a:solidFill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sz="20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手动设置所有规则，调整计划步骤繁琐</a:t>
            </a:r>
            <a:endParaRPr lang="zh-CN" altLang="en-US" sz="2000" dirty="0">
              <a:latin typeface="+mn-ea"/>
              <a:ea typeface="+mn-ea"/>
              <a:sym typeface="思源黑体 CN Medium" panose="020B0600000000000000" pitchFamily="34" charset="-122"/>
            </a:endParaRPr>
          </a:p>
        </p:txBody>
      </p:sp>
      <p:sp>
        <p:nvSpPr>
          <p:cNvPr id="44" name="矩形 3"/>
          <p:cNvSpPr>
            <a:spLocks noChangeArrowheads="1"/>
          </p:cNvSpPr>
          <p:nvPr/>
        </p:nvSpPr>
        <p:spPr bwMode="auto">
          <a:xfrm>
            <a:off x="2505187" y="4066308"/>
            <a:ext cx="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ct val="0"/>
              </a:spcBef>
            </a:pPr>
            <a:endParaRPr lang="zh-CN" altLang="en-US" sz="2000" dirty="0">
              <a:solidFill>
                <a:schemeClr val="accen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519615" y="4389367"/>
            <a:ext cx="3204000" cy="2366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SourceHanSansSC-Regular"/>
              </a:defRPr>
            </a:lvl1pPr>
          </a:lstStyle>
          <a:p>
            <a:pPr>
              <a:lnSpc>
                <a:spcPct val="120000"/>
              </a:lnSpc>
            </a:pPr>
            <a:endParaRPr lang="zh-CN" altLang="en-US" dirty="0">
              <a:sym typeface="思源黑体 CN Medium" panose="020B0600000000000000" pitchFamily="34" charset="-122"/>
            </a:endParaRPr>
          </a:p>
        </p:txBody>
      </p:sp>
      <p:sp>
        <p:nvSpPr>
          <p:cNvPr id="48" name="矩形 3"/>
          <p:cNvSpPr>
            <a:spLocks noChangeArrowheads="1"/>
          </p:cNvSpPr>
          <p:nvPr/>
        </p:nvSpPr>
        <p:spPr bwMode="auto">
          <a:xfrm>
            <a:off x="7708558" y="4069937"/>
            <a:ext cx="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defTabSz="457200">
              <a:spcBef>
                <a:spcPct val="0"/>
              </a:spcBef>
            </a:pPr>
            <a:endParaRPr lang="zh-CN" altLang="en-US" sz="2000" dirty="0">
              <a:solidFill>
                <a:schemeClr val="accent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 B" panose="00020600040101010101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722986" y="4392996"/>
            <a:ext cx="3204000" cy="2366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SourceHanSansSC-Regular"/>
              </a:defRPr>
            </a:lvl1pPr>
          </a:lstStyle>
          <a:p>
            <a:pPr>
              <a:lnSpc>
                <a:spcPct val="120000"/>
              </a:lnSpc>
            </a:pPr>
            <a:endParaRPr lang="zh-CN" altLang="en-US" dirty="0">
              <a:sym typeface="思源黑体 CN Medium" panose="020B0600000000000000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20241" y="2650810"/>
            <a:ext cx="4546695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400" dirty="0">
                <a:solidFill>
                  <a:schemeClr val="accent1"/>
                </a:solidFill>
                <a:latin typeface="+mn-ea"/>
              </a:rPr>
              <a:t>解决方案</a:t>
            </a:r>
            <a:endParaRPr lang="en-US" altLang="zh-CN" sz="2400" dirty="0">
              <a:solidFill>
                <a:schemeClr val="accent1"/>
              </a:solidFill>
              <a:latin typeface="+mn-ea"/>
            </a:endParaRPr>
          </a:p>
          <a:p>
            <a:pPr lvl="0"/>
            <a:r>
              <a:rPr lang="en-US" altLang="zh-CN" sz="2000" dirty="0"/>
              <a:t>1.</a:t>
            </a:r>
            <a:r>
              <a:rPr lang="zh-CN" altLang="zh-CN" sz="2000" dirty="0"/>
              <a:t>增加</a:t>
            </a:r>
            <a:r>
              <a:rPr lang="en-US" altLang="zh-CN" sz="2000" dirty="0"/>
              <a:t>AI</a:t>
            </a:r>
            <a:r>
              <a:rPr lang="zh-CN" altLang="zh-CN" sz="2000" dirty="0"/>
              <a:t>语言交互能力，实现自然语言指令解析，支持语音</a:t>
            </a:r>
            <a:r>
              <a:rPr lang="en-US" altLang="zh-CN" sz="2000" dirty="0"/>
              <a:t>/</a:t>
            </a:r>
            <a:r>
              <a:rPr lang="zh-CN" altLang="zh-CN" sz="2000" dirty="0"/>
              <a:t>文本输入任务调整 ，减少手动配置步骤</a:t>
            </a:r>
            <a:endParaRPr lang="en-US" altLang="zh-CN" sz="2000" dirty="0"/>
          </a:p>
          <a:p>
            <a:pPr lvl="0"/>
            <a:r>
              <a:rPr lang="en-US" altLang="zh-CN" sz="2000" dirty="0"/>
              <a:t>2.</a:t>
            </a:r>
            <a:r>
              <a:rPr lang="zh-CN" altLang="zh-CN" sz="2000" dirty="0"/>
              <a:t>对话管理，基于规则或强化学习处理多轮对话（如确认任务细节</a:t>
            </a:r>
            <a:r>
              <a:rPr lang="zh-CN" altLang="en-US" sz="2000" dirty="0"/>
              <a:t>）</a:t>
            </a:r>
            <a:endParaRPr lang="zh-CN" altLang="zh-CN" sz="2000" dirty="0"/>
          </a:p>
          <a:p>
            <a:r>
              <a:rPr lang="en-US" altLang="zh-CN" sz="2000" dirty="0"/>
              <a:t>3.</a:t>
            </a:r>
            <a:r>
              <a:rPr lang="zh-CN" altLang="zh-CN" sz="2000" dirty="0"/>
              <a:t>任务与</a:t>
            </a:r>
            <a:r>
              <a:rPr lang="en-US" altLang="zh-CN" sz="2000" dirty="0"/>
              <a:t>AI</a:t>
            </a:r>
            <a:r>
              <a:rPr lang="zh-CN" altLang="zh-CN" sz="2000" dirty="0"/>
              <a:t>集成，将解析后的指令对接原有番茄钟功能（如调用任务创建</a:t>
            </a:r>
            <a:r>
              <a:rPr lang="en-US" altLang="zh-CN" sz="2000" dirty="0"/>
              <a:t>API</a:t>
            </a:r>
            <a:r>
              <a:rPr lang="zh-CN" altLang="zh-CN" sz="2000" dirty="0"/>
              <a:t>）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6445692" y="2548334"/>
            <a:ext cx="0" cy="3035947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f92a921493674e6557efbaf53a49f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636" y="1018271"/>
            <a:ext cx="2843561" cy="5562444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6438623" y="905622"/>
            <a:ext cx="0" cy="938113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/>
      <p:bldP spid="41" grpId="0" animBg="1"/>
      <p:bldP spid="48" grpId="0"/>
      <p:bldP spid="49" grpId="0" animBg="1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等腰三角形 29"/>
          <p:cNvSpPr/>
          <p:nvPr/>
        </p:nvSpPr>
        <p:spPr>
          <a:xfrm rot="5400000">
            <a:off x="638384" y="442056"/>
            <a:ext cx="557104" cy="48026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等腰三角形 30"/>
          <p:cNvSpPr/>
          <p:nvPr/>
        </p:nvSpPr>
        <p:spPr>
          <a:xfrm rot="5400000">
            <a:off x="779625" y="615417"/>
            <a:ext cx="404704" cy="348883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250836" y="45738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>
                <a:sym typeface="思源黑体 CN Medium" panose="020B0600000000000000" pitchFamily="34" charset="-122"/>
              </a:rPr>
              <a:t>项目问题分析及解决方案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2544255" y="1083683"/>
            <a:ext cx="8840210" cy="3562320"/>
            <a:chOff x="2513752" y="1083683"/>
            <a:chExt cx="8840210" cy="3562320"/>
          </a:xfrm>
        </p:grpSpPr>
        <p:sp>
          <p:nvSpPr>
            <p:cNvPr id="36" name="矩形 3"/>
            <p:cNvSpPr>
              <a:spLocks noChangeArrowheads="1"/>
            </p:cNvSpPr>
            <p:nvPr/>
          </p:nvSpPr>
          <p:spPr bwMode="auto">
            <a:xfrm>
              <a:off x="2513752" y="1761368"/>
              <a:ext cx="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457200">
                <a:spcBef>
                  <a:spcPct val="0"/>
                </a:spcBef>
              </a:pPr>
              <a:endParaRPr lang="zh-CN" altLang="en-US" sz="20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528180" y="2084427"/>
              <a:ext cx="3204000" cy="23660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pPr>
                <a:lnSpc>
                  <a:spcPct val="120000"/>
                </a:lnSpc>
              </a:pPr>
              <a:endParaRPr lang="zh-CN" altLang="en-US" dirty="0">
                <a:sym typeface="思源黑体 CN Medium" panose="020B0600000000000000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247218" y="1083683"/>
              <a:ext cx="4106744" cy="3042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pPr>
                <a:lnSpc>
                  <a:spcPct val="120000"/>
                </a:lnSpc>
              </a:pPr>
              <a:endParaRPr lang="zh-CN" altLang="en-US" sz="1800" dirty="0">
                <a:latin typeface="+mn-lt"/>
                <a:sym typeface="思源黑体 CN Medium" panose="020B0600000000000000" pitchFamily="34" charset="-122"/>
              </a:endParaRPr>
            </a:p>
          </p:txBody>
        </p:sp>
        <p:sp>
          <p:nvSpPr>
            <p:cNvPr id="44" name="矩形 3"/>
            <p:cNvSpPr>
              <a:spLocks noChangeArrowheads="1"/>
            </p:cNvSpPr>
            <p:nvPr/>
          </p:nvSpPr>
          <p:spPr bwMode="auto">
            <a:xfrm>
              <a:off x="2513752" y="4082712"/>
              <a:ext cx="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457200">
                <a:spcBef>
                  <a:spcPct val="0"/>
                </a:spcBef>
              </a:pPr>
              <a:endParaRPr lang="zh-CN" altLang="en-US" sz="20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2528180" y="4405771"/>
              <a:ext cx="3204000" cy="23660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pPr>
                <a:lnSpc>
                  <a:spcPct val="120000"/>
                </a:lnSpc>
              </a:pPr>
              <a:endParaRPr lang="zh-CN" altLang="en-US" dirty="0">
                <a:sym typeface="思源黑体 CN Medium" panose="020B0600000000000000" pitchFamily="34" charset="-122"/>
              </a:endParaRPr>
            </a:p>
          </p:txBody>
        </p:sp>
        <p:sp>
          <p:nvSpPr>
            <p:cNvPr id="48" name="矩形 3"/>
            <p:cNvSpPr>
              <a:spLocks noChangeArrowheads="1"/>
            </p:cNvSpPr>
            <p:nvPr/>
          </p:nvSpPr>
          <p:spPr bwMode="auto">
            <a:xfrm>
              <a:off x="7717123" y="4086341"/>
              <a:ext cx="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457200">
                <a:spcBef>
                  <a:spcPct val="0"/>
                </a:spcBef>
              </a:pPr>
              <a:endParaRPr lang="zh-CN" altLang="en-US" sz="20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731551" y="4409400"/>
              <a:ext cx="3204000" cy="23660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pPr>
                <a:lnSpc>
                  <a:spcPct val="120000"/>
                </a:lnSpc>
              </a:pPr>
              <a:endParaRPr lang="zh-CN" altLang="en-US" dirty="0"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588459" y="3390214"/>
            <a:ext cx="543274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2400" dirty="0">
                <a:solidFill>
                  <a:schemeClr val="accent1"/>
                </a:solidFill>
              </a:rPr>
              <a:t>解决方案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lvl="0"/>
            <a:r>
              <a:rPr lang="zh-CN" altLang="zh-CN" sz="2000" dirty="0">
                <a:latin typeface="+mn-ea"/>
              </a:rPr>
              <a:t>动态时间模型设计 ，基于用户行为数据动态调整任务时长 ，支持突发任务插入后的自动重调度（如课程取消）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6269169" y="1037370"/>
            <a:ext cx="0" cy="1360291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</p:cNvCxnSpPr>
          <p:nvPr/>
        </p:nvCxnSpPr>
        <p:spPr>
          <a:xfrm>
            <a:off x="6269169" y="3135173"/>
            <a:ext cx="0" cy="1895075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588459" y="1234393"/>
            <a:ext cx="51253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chemeClr val="accent1"/>
                </a:solidFill>
                <a:effectLst/>
                <a:latin typeface="+mn-ea"/>
                <a:cs typeface="Times New Roman" panose="02020603050405020304" pitchFamily="18" charset="0"/>
              </a:rPr>
              <a:t>痛点问题</a:t>
            </a:r>
            <a:endParaRPr lang="en-US" altLang="zh-CN" sz="2400" dirty="0">
              <a:solidFill>
                <a:schemeClr val="accent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静态时间模型，固定时长，无动态适应能力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19852" y="1037370"/>
            <a:ext cx="2051608" cy="549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/>
      <p:bldP spid="10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等腰三角形 29"/>
          <p:cNvSpPr/>
          <p:nvPr/>
        </p:nvSpPr>
        <p:spPr>
          <a:xfrm rot="5400000">
            <a:off x="638384" y="442056"/>
            <a:ext cx="557104" cy="48026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等腰三角形 30"/>
          <p:cNvSpPr/>
          <p:nvPr/>
        </p:nvSpPr>
        <p:spPr>
          <a:xfrm rot="5400000">
            <a:off x="779625" y="615417"/>
            <a:ext cx="404704" cy="348883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250836" y="45738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>
                <a:sym typeface="思源黑体 CN Medium" panose="020B0600000000000000" pitchFamily="34" charset="-122"/>
              </a:rPr>
              <a:t>项目问题分析及解决方案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2544255" y="1083683"/>
            <a:ext cx="8840210" cy="3562320"/>
            <a:chOff x="2513752" y="1083683"/>
            <a:chExt cx="8840210" cy="3562320"/>
          </a:xfrm>
        </p:grpSpPr>
        <p:sp>
          <p:nvSpPr>
            <p:cNvPr id="36" name="矩形 3"/>
            <p:cNvSpPr>
              <a:spLocks noChangeArrowheads="1"/>
            </p:cNvSpPr>
            <p:nvPr/>
          </p:nvSpPr>
          <p:spPr bwMode="auto">
            <a:xfrm>
              <a:off x="2513752" y="1761368"/>
              <a:ext cx="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457200">
                <a:spcBef>
                  <a:spcPct val="0"/>
                </a:spcBef>
              </a:pPr>
              <a:endParaRPr lang="zh-CN" altLang="en-US" sz="20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528180" y="2084427"/>
              <a:ext cx="3204000" cy="23660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pPr>
                <a:lnSpc>
                  <a:spcPct val="120000"/>
                </a:lnSpc>
              </a:pPr>
              <a:endParaRPr lang="zh-CN" altLang="en-US" dirty="0">
                <a:sym typeface="思源黑体 CN Medium" panose="020B0600000000000000" pitchFamily="34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247218" y="1083683"/>
              <a:ext cx="4106744" cy="30425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pPr>
                <a:lnSpc>
                  <a:spcPct val="120000"/>
                </a:lnSpc>
              </a:pPr>
              <a:endParaRPr lang="zh-CN" altLang="en-US" sz="1800" dirty="0">
                <a:latin typeface="+mn-lt"/>
                <a:sym typeface="思源黑体 CN Medium" panose="020B0600000000000000" pitchFamily="34" charset="-122"/>
              </a:endParaRPr>
            </a:p>
          </p:txBody>
        </p:sp>
        <p:sp>
          <p:nvSpPr>
            <p:cNvPr id="44" name="矩形 3"/>
            <p:cNvSpPr>
              <a:spLocks noChangeArrowheads="1"/>
            </p:cNvSpPr>
            <p:nvPr/>
          </p:nvSpPr>
          <p:spPr bwMode="auto">
            <a:xfrm>
              <a:off x="2513752" y="4082712"/>
              <a:ext cx="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457200">
                <a:spcBef>
                  <a:spcPct val="0"/>
                </a:spcBef>
              </a:pPr>
              <a:endParaRPr lang="zh-CN" altLang="en-US" sz="20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2528180" y="4405771"/>
              <a:ext cx="3204000" cy="23660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pPr>
                <a:lnSpc>
                  <a:spcPct val="120000"/>
                </a:lnSpc>
              </a:pPr>
              <a:endParaRPr lang="zh-CN" altLang="en-US" dirty="0">
                <a:sym typeface="思源黑体 CN Medium" panose="020B0600000000000000" pitchFamily="34" charset="-122"/>
              </a:endParaRPr>
            </a:p>
          </p:txBody>
        </p:sp>
        <p:sp>
          <p:nvSpPr>
            <p:cNvPr id="48" name="矩形 3"/>
            <p:cNvSpPr>
              <a:spLocks noChangeArrowheads="1"/>
            </p:cNvSpPr>
            <p:nvPr/>
          </p:nvSpPr>
          <p:spPr bwMode="auto">
            <a:xfrm>
              <a:off x="7717123" y="4086341"/>
              <a:ext cx="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457200">
                <a:spcBef>
                  <a:spcPct val="0"/>
                </a:spcBef>
              </a:pPr>
              <a:endParaRPr lang="zh-CN" altLang="en-US" sz="20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731551" y="4409400"/>
              <a:ext cx="3204000" cy="23660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pPr>
                <a:lnSpc>
                  <a:spcPct val="120000"/>
                </a:lnSpc>
              </a:pPr>
              <a:endParaRPr lang="zh-CN" altLang="en-US" dirty="0"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679711" y="3363978"/>
            <a:ext cx="5089248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2400" dirty="0">
                <a:solidFill>
                  <a:schemeClr val="accent1"/>
                </a:solidFill>
              </a:rPr>
              <a:t>解决方案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lvl="0"/>
            <a:r>
              <a:rPr lang="zh-CN" altLang="zh-CN" sz="2000" dirty="0"/>
              <a:t>校园场景深度适配自，动同步教务系统课表 ，考试周自动激活</a:t>
            </a:r>
            <a:r>
              <a:rPr lang="en-US" altLang="zh-CN" sz="2000" dirty="0"/>
              <a:t>“</a:t>
            </a:r>
            <a:r>
              <a:rPr lang="zh-CN" altLang="zh-CN" sz="2000" dirty="0"/>
              <a:t>考试周模式</a:t>
            </a:r>
            <a:r>
              <a:rPr lang="en-US" altLang="zh-CN" sz="2000" dirty="0"/>
              <a:t>” </a:t>
            </a:r>
          </a:p>
          <a:p>
            <a:pPr lvl="0"/>
            <a:r>
              <a:rPr lang="en-US" altLang="zh-CN" dirty="0"/>
              <a:t>1. </a:t>
            </a:r>
            <a:r>
              <a:rPr lang="zh-CN" altLang="zh-CN" dirty="0"/>
              <a:t>教务系统</a:t>
            </a:r>
            <a:r>
              <a:rPr lang="en-US" altLang="zh-CN" dirty="0"/>
              <a:t>API</a:t>
            </a:r>
            <a:r>
              <a:rPr lang="zh-CN" altLang="zh-CN" dirty="0"/>
              <a:t>对接</a:t>
            </a:r>
            <a:endParaRPr lang="en-US" altLang="zh-CN" dirty="0"/>
          </a:p>
          <a:p>
            <a:pPr lvl="0"/>
            <a:r>
              <a:rPr lang="en-US" altLang="zh-CN" dirty="0"/>
              <a:t>2.</a:t>
            </a:r>
            <a:r>
              <a:rPr lang="zh-CN" altLang="zh-CN" dirty="0"/>
              <a:t>数据解析与标准化，解析</a:t>
            </a:r>
            <a:r>
              <a:rPr lang="en-US" altLang="zh-CN" dirty="0"/>
              <a:t>HTML/JSON</a:t>
            </a:r>
            <a:r>
              <a:rPr lang="zh-CN" altLang="zh-CN" dirty="0"/>
              <a:t>课表数据</a:t>
            </a:r>
            <a:endParaRPr lang="zh-CN" altLang="zh-CN" sz="2000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6395294" y="1020670"/>
            <a:ext cx="0" cy="1360291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413435" y="3300012"/>
            <a:ext cx="0" cy="2180954"/>
          </a:xfrm>
          <a:prstGeom prst="line">
            <a:avLst/>
          </a:prstGeom>
          <a:ln>
            <a:solidFill>
              <a:schemeClr val="accent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679711" y="1095428"/>
            <a:ext cx="52435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chemeClr val="accent1"/>
                </a:solidFill>
                <a:effectLst/>
                <a:latin typeface="+mn-ea"/>
                <a:cs typeface="Times New Roman" panose="02020603050405020304" pitchFamily="18" charset="0"/>
              </a:rPr>
              <a:t>痛点问题</a:t>
            </a:r>
            <a:endParaRPr lang="en-US" altLang="zh-CN" sz="2400" dirty="0">
              <a:solidFill>
                <a:schemeClr val="accent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000" dirty="0"/>
              <a:t>校园适配度低无法自动同步课表，考试周无法特殊安排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12" name="图片 11" descr="8576d8c8740f2e911e38e3a7d391f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139" y="1020670"/>
            <a:ext cx="3783857" cy="5379941"/>
          </a:xfrm>
          <a:prstGeom prst="rect">
            <a:avLst/>
          </a:prstGeom>
        </p:spPr>
      </p:pic>
    </p:spTree>
  </p:cSld>
  <p:clrMapOvr>
    <a:masterClrMapping/>
  </p:clrMapOvr>
  <p:transition spd="slow" advTm="2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/>
      <p:bldP spid="10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形"/>
          <p:cNvSpPr/>
          <p:nvPr/>
        </p:nvSpPr>
        <p:spPr>
          <a:xfrm flipH="1">
            <a:off x="1787738" y="2043262"/>
            <a:ext cx="8616523" cy="326781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ym typeface="思源黑体 CN Medium" panose="020B06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93163" y="2691753"/>
            <a:ext cx="4805680" cy="14452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8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黑体 CN Medium" panose="020B0600000000000000" pitchFamily="34" charset="-122"/>
              </a:rPr>
              <a:t>项目设计</a:t>
            </a:r>
          </a:p>
        </p:txBody>
      </p:sp>
      <p:sp>
        <p:nvSpPr>
          <p:cNvPr id="14" name="圆角矩形 33"/>
          <p:cNvSpPr/>
          <p:nvPr/>
        </p:nvSpPr>
        <p:spPr>
          <a:xfrm>
            <a:off x="4698331" y="1659416"/>
            <a:ext cx="2795339" cy="75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905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黑体 CN Medium" panose="020B0600000000000000" pitchFamily="34" charset="-122"/>
              </a:rPr>
              <a:t>PART 03</a:t>
            </a:r>
            <a:endParaRPr lang="zh-CN" altLang="en-US" sz="28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TextBox 17"/>
          <p:cNvSpPr txBox="1"/>
          <p:nvPr/>
        </p:nvSpPr>
        <p:spPr>
          <a:xfrm>
            <a:off x="3119211" y="4191979"/>
            <a:ext cx="5953579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Roboto Light" charset="0"/>
                <a:sym typeface="思源黑体 CN Medium" panose="020B0600000000000000" pitchFamily="34" charset="-122"/>
              </a:rPr>
              <a:t>技术路线及技术实现方案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Roboto Light" charset="0"/>
              <a:sym typeface="思源黑体 CN Medium" panose="020B0600000000000000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Roboto Light" charset="0"/>
                <a:sym typeface="思源黑体 CN Medium" panose="020B0600000000000000" pitchFamily="34" charset="-122"/>
              </a:rPr>
              <a:t>项目创新点及优势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Roboto Light" charset="0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84132" y="6105018"/>
            <a:ext cx="3019346" cy="139114"/>
          </a:xfrm>
          <a:custGeom>
            <a:avLst/>
            <a:gdLst>
              <a:gd name="connsiteX0" fmla="*/ 2940907 w 3019346"/>
              <a:gd name="connsiteY0" fmla="*/ 0 h 139114"/>
              <a:gd name="connsiteX1" fmla="*/ 2964604 w 3019346"/>
              <a:gd name="connsiteY1" fmla="*/ 0 h 139114"/>
              <a:gd name="connsiteX2" fmla="*/ 2964604 w 3019346"/>
              <a:gd name="connsiteY2" fmla="*/ 58248 h 139114"/>
              <a:gd name="connsiteX3" fmla="*/ 3019346 w 3019346"/>
              <a:gd name="connsiteY3" fmla="*/ 58248 h 139114"/>
              <a:gd name="connsiteX4" fmla="*/ 3019346 w 3019346"/>
              <a:gd name="connsiteY4" fmla="*/ 80866 h 139114"/>
              <a:gd name="connsiteX5" fmla="*/ 2964604 w 3019346"/>
              <a:gd name="connsiteY5" fmla="*/ 80866 h 139114"/>
              <a:gd name="connsiteX6" fmla="*/ 2964604 w 3019346"/>
              <a:gd name="connsiteY6" fmla="*/ 139114 h 139114"/>
              <a:gd name="connsiteX7" fmla="*/ 2940907 w 3019346"/>
              <a:gd name="connsiteY7" fmla="*/ 139114 h 139114"/>
              <a:gd name="connsiteX8" fmla="*/ 2940907 w 3019346"/>
              <a:gd name="connsiteY8" fmla="*/ 80866 h 139114"/>
              <a:gd name="connsiteX9" fmla="*/ 2886164 w 3019346"/>
              <a:gd name="connsiteY9" fmla="*/ 80866 h 139114"/>
              <a:gd name="connsiteX10" fmla="*/ 2886164 w 3019346"/>
              <a:gd name="connsiteY10" fmla="*/ 58248 h 139114"/>
              <a:gd name="connsiteX11" fmla="*/ 2940907 w 3019346"/>
              <a:gd name="connsiteY11" fmla="*/ 58248 h 139114"/>
              <a:gd name="connsiteX12" fmla="*/ 2620222 w 3019346"/>
              <a:gd name="connsiteY12" fmla="*/ 0 h 139114"/>
              <a:gd name="connsiteX13" fmla="*/ 2643919 w 3019346"/>
              <a:gd name="connsiteY13" fmla="*/ 0 h 139114"/>
              <a:gd name="connsiteX14" fmla="*/ 2643919 w 3019346"/>
              <a:gd name="connsiteY14" fmla="*/ 58248 h 139114"/>
              <a:gd name="connsiteX15" fmla="*/ 2698661 w 3019346"/>
              <a:gd name="connsiteY15" fmla="*/ 58248 h 139114"/>
              <a:gd name="connsiteX16" fmla="*/ 2698661 w 3019346"/>
              <a:gd name="connsiteY16" fmla="*/ 80866 h 139114"/>
              <a:gd name="connsiteX17" fmla="*/ 2643919 w 3019346"/>
              <a:gd name="connsiteY17" fmla="*/ 80866 h 139114"/>
              <a:gd name="connsiteX18" fmla="*/ 2643919 w 3019346"/>
              <a:gd name="connsiteY18" fmla="*/ 139114 h 139114"/>
              <a:gd name="connsiteX19" fmla="*/ 2620222 w 3019346"/>
              <a:gd name="connsiteY19" fmla="*/ 139114 h 139114"/>
              <a:gd name="connsiteX20" fmla="*/ 2620222 w 3019346"/>
              <a:gd name="connsiteY20" fmla="*/ 80866 h 139114"/>
              <a:gd name="connsiteX21" fmla="*/ 2565479 w 3019346"/>
              <a:gd name="connsiteY21" fmla="*/ 80866 h 139114"/>
              <a:gd name="connsiteX22" fmla="*/ 2565479 w 3019346"/>
              <a:gd name="connsiteY22" fmla="*/ 58248 h 139114"/>
              <a:gd name="connsiteX23" fmla="*/ 2620222 w 3019346"/>
              <a:gd name="connsiteY23" fmla="*/ 58248 h 139114"/>
              <a:gd name="connsiteX24" fmla="*/ 2299536 w 3019346"/>
              <a:gd name="connsiteY24" fmla="*/ 0 h 139114"/>
              <a:gd name="connsiteX25" fmla="*/ 2323234 w 3019346"/>
              <a:gd name="connsiteY25" fmla="*/ 0 h 139114"/>
              <a:gd name="connsiteX26" fmla="*/ 2323234 w 3019346"/>
              <a:gd name="connsiteY26" fmla="*/ 58248 h 139114"/>
              <a:gd name="connsiteX27" fmla="*/ 2377976 w 3019346"/>
              <a:gd name="connsiteY27" fmla="*/ 58248 h 139114"/>
              <a:gd name="connsiteX28" fmla="*/ 2377976 w 3019346"/>
              <a:gd name="connsiteY28" fmla="*/ 80866 h 139114"/>
              <a:gd name="connsiteX29" fmla="*/ 2323234 w 3019346"/>
              <a:gd name="connsiteY29" fmla="*/ 80866 h 139114"/>
              <a:gd name="connsiteX30" fmla="*/ 2323234 w 3019346"/>
              <a:gd name="connsiteY30" fmla="*/ 139114 h 139114"/>
              <a:gd name="connsiteX31" fmla="*/ 2299536 w 3019346"/>
              <a:gd name="connsiteY31" fmla="*/ 139114 h 139114"/>
              <a:gd name="connsiteX32" fmla="*/ 2299536 w 3019346"/>
              <a:gd name="connsiteY32" fmla="*/ 80866 h 139114"/>
              <a:gd name="connsiteX33" fmla="*/ 2244794 w 3019346"/>
              <a:gd name="connsiteY33" fmla="*/ 80866 h 139114"/>
              <a:gd name="connsiteX34" fmla="*/ 2244794 w 3019346"/>
              <a:gd name="connsiteY34" fmla="*/ 58248 h 139114"/>
              <a:gd name="connsiteX35" fmla="*/ 2299536 w 3019346"/>
              <a:gd name="connsiteY35" fmla="*/ 58248 h 139114"/>
              <a:gd name="connsiteX36" fmla="*/ 1978853 w 3019346"/>
              <a:gd name="connsiteY36" fmla="*/ 0 h 139114"/>
              <a:gd name="connsiteX37" fmla="*/ 2002550 w 3019346"/>
              <a:gd name="connsiteY37" fmla="*/ 0 h 139114"/>
              <a:gd name="connsiteX38" fmla="*/ 2002550 w 3019346"/>
              <a:gd name="connsiteY38" fmla="*/ 58248 h 139114"/>
              <a:gd name="connsiteX39" fmla="*/ 2057292 w 3019346"/>
              <a:gd name="connsiteY39" fmla="*/ 58248 h 139114"/>
              <a:gd name="connsiteX40" fmla="*/ 2057292 w 3019346"/>
              <a:gd name="connsiteY40" fmla="*/ 80866 h 139114"/>
              <a:gd name="connsiteX41" fmla="*/ 2002550 w 3019346"/>
              <a:gd name="connsiteY41" fmla="*/ 80866 h 139114"/>
              <a:gd name="connsiteX42" fmla="*/ 2002550 w 3019346"/>
              <a:gd name="connsiteY42" fmla="*/ 139114 h 139114"/>
              <a:gd name="connsiteX43" fmla="*/ 1978853 w 3019346"/>
              <a:gd name="connsiteY43" fmla="*/ 139114 h 139114"/>
              <a:gd name="connsiteX44" fmla="*/ 1978853 w 3019346"/>
              <a:gd name="connsiteY44" fmla="*/ 80866 h 139114"/>
              <a:gd name="connsiteX45" fmla="*/ 1924111 w 3019346"/>
              <a:gd name="connsiteY45" fmla="*/ 80866 h 139114"/>
              <a:gd name="connsiteX46" fmla="*/ 1924111 w 3019346"/>
              <a:gd name="connsiteY46" fmla="*/ 58248 h 139114"/>
              <a:gd name="connsiteX47" fmla="*/ 1978853 w 3019346"/>
              <a:gd name="connsiteY47" fmla="*/ 58248 h 139114"/>
              <a:gd name="connsiteX48" fmla="*/ 1658167 w 3019346"/>
              <a:gd name="connsiteY48" fmla="*/ 0 h 139114"/>
              <a:gd name="connsiteX49" fmla="*/ 1681864 w 3019346"/>
              <a:gd name="connsiteY49" fmla="*/ 0 h 139114"/>
              <a:gd name="connsiteX50" fmla="*/ 1681864 w 3019346"/>
              <a:gd name="connsiteY50" fmla="*/ 58248 h 139114"/>
              <a:gd name="connsiteX51" fmla="*/ 1736606 w 3019346"/>
              <a:gd name="connsiteY51" fmla="*/ 58248 h 139114"/>
              <a:gd name="connsiteX52" fmla="*/ 1736606 w 3019346"/>
              <a:gd name="connsiteY52" fmla="*/ 80866 h 139114"/>
              <a:gd name="connsiteX53" fmla="*/ 1681864 w 3019346"/>
              <a:gd name="connsiteY53" fmla="*/ 80866 h 139114"/>
              <a:gd name="connsiteX54" fmla="*/ 1681864 w 3019346"/>
              <a:gd name="connsiteY54" fmla="*/ 139114 h 139114"/>
              <a:gd name="connsiteX55" fmla="*/ 1658167 w 3019346"/>
              <a:gd name="connsiteY55" fmla="*/ 139114 h 139114"/>
              <a:gd name="connsiteX56" fmla="*/ 1658167 w 3019346"/>
              <a:gd name="connsiteY56" fmla="*/ 80866 h 139114"/>
              <a:gd name="connsiteX57" fmla="*/ 1603424 w 3019346"/>
              <a:gd name="connsiteY57" fmla="*/ 80866 h 139114"/>
              <a:gd name="connsiteX58" fmla="*/ 1603424 w 3019346"/>
              <a:gd name="connsiteY58" fmla="*/ 58248 h 139114"/>
              <a:gd name="connsiteX59" fmla="*/ 1658167 w 3019346"/>
              <a:gd name="connsiteY59" fmla="*/ 58248 h 139114"/>
              <a:gd name="connsiteX60" fmla="*/ 1337482 w 3019346"/>
              <a:gd name="connsiteY60" fmla="*/ 0 h 139114"/>
              <a:gd name="connsiteX61" fmla="*/ 1361179 w 3019346"/>
              <a:gd name="connsiteY61" fmla="*/ 0 h 139114"/>
              <a:gd name="connsiteX62" fmla="*/ 1361179 w 3019346"/>
              <a:gd name="connsiteY62" fmla="*/ 58248 h 139114"/>
              <a:gd name="connsiteX63" fmla="*/ 1415922 w 3019346"/>
              <a:gd name="connsiteY63" fmla="*/ 58248 h 139114"/>
              <a:gd name="connsiteX64" fmla="*/ 1415922 w 3019346"/>
              <a:gd name="connsiteY64" fmla="*/ 80866 h 139114"/>
              <a:gd name="connsiteX65" fmla="*/ 1361179 w 3019346"/>
              <a:gd name="connsiteY65" fmla="*/ 80866 h 139114"/>
              <a:gd name="connsiteX66" fmla="*/ 1361179 w 3019346"/>
              <a:gd name="connsiteY66" fmla="*/ 139114 h 139114"/>
              <a:gd name="connsiteX67" fmla="*/ 1337482 w 3019346"/>
              <a:gd name="connsiteY67" fmla="*/ 139114 h 139114"/>
              <a:gd name="connsiteX68" fmla="*/ 1337482 w 3019346"/>
              <a:gd name="connsiteY68" fmla="*/ 80866 h 139114"/>
              <a:gd name="connsiteX69" fmla="*/ 1282740 w 3019346"/>
              <a:gd name="connsiteY69" fmla="*/ 80866 h 139114"/>
              <a:gd name="connsiteX70" fmla="*/ 1282740 w 3019346"/>
              <a:gd name="connsiteY70" fmla="*/ 58248 h 139114"/>
              <a:gd name="connsiteX71" fmla="*/ 1337482 w 3019346"/>
              <a:gd name="connsiteY71" fmla="*/ 58248 h 139114"/>
              <a:gd name="connsiteX72" fmla="*/ 1016798 w 3019346"/>
              <a:gd name="connsiteY72" fmla="*/ 0 h 139114"/>
              <a:gd name="connsiteX73" fmla="*/ 1040495 w 3019346"/>
              <a:gd name="connsiteY73" fmla="*/ 0 h 139114"/>
              <a:gd name="connsiteX74" fmla="*/ 1040495 w 3019346"/>
              <a:gd name="connsiteY74" fmla="*/ 58248 h 139114"/>
              <a:gd name="connsiteX75" fmla="*/ 1095237 w 3019346"/>
              <a:gd name="connsiteY75" fmla="*/ 58248 h 139114"/>
              <a:gd name="connsiteX76" fmla="*/ 1095237 w 3019346"/>
              <a:gd name="connsiteY76" fmla="*/ 80866 h 139114"/>
              <a:gd name="connsiteX77" fmla="*/ 1040495 w 3019346"/>
              <a:gd name="connsiteY77" fmla="*/ 80866 h 139114"/>
              <a:gd name="connsiteX78" fmla="*/ 1040495 w 3019346"/>
              <a:gd name="connsiteY78" fmla="*/ 139114 h 139114"/>
              <a:gd name="connsiteX79" fmla="*/ 1016798 w 3019346"/>
              <a:gd name="connsiteY79" fmla="*/ 139114 h 139114"/>
              <a:gd name="connsiteX80" fmla="*/ 1016798 w 3019346"/>
              <a:gd name="connsiteY80" fmla="*/ 80866 h 139114"/>
              <a:gd name="connsiteX81" fmla="*/ 962056 w 3019346"/>
              <a:gd name="connsiteY81" fmla="*/ 80866 h 139114"/>
              <a:gd name="connsiteX82" fmla="*/ 962056 w 3019346"/>
              <a:gd name="connsiteY82" fmla="*/ 58248 h 139114"/>
              <a:gd name="connsiteX83" fmla="*/ 1016798 w 3019346"/>
              <a:gd name="connsiteY83" fmla="*/ 58248 h 139114"/>
              <a:gd name="connsiteX84" fmla="*/ 696112 w 3019346"/>
              <a:gd name="connsiteY84" fmla="*/ 0 h 139114"/>
              <a:gd name="connsiteX85" fmla="*/ 719809 w 3019346"/>
              <a:gd name="connsiteY85" fmla="*/ 0 h 139114"/>
              <a:gd name="connsiteX86" fmla="*/ 719809 w 3019346"/>
              <a:gd name="connsiteY86" fmla="*/ 58248 h 139114"/>
              <a:gd name="connsiteX87" fmla="*/ 774552 w 3019346"/>
              <a:gd name="connsiteY87" fmla="*/ 58248 h 139114"/>
              <a:gd name="connsiteX88" fmla="*/ 774552 w 3019346"/>
              <a:gd name="connsiteY88" fmla="*/ 80866 h 139114"/>
              <a:gd name="connsiteX89" fmla="*/ 719809 w 3019346"/>
              <a:gd name="connsiteY89" fmla="*/ 80866 h 139114"/>
              <a:gd name="connsiteX90" fmla="*/ 719809 w 3019346"/>
              <a:gd name="connsiteY90" fmla="*/ 139114 h 139114"/>
              <a:gd name="connsiteX91" fmla="*/ 696112 w 3019346"/>
              <a:gd name="connsiteY91" fmla="*/ 139114 h 139114"/>
              <a:gd name="connsiteX92" fmla="*/ 696112 w 3019346"/>
              <a:gd name="connsiteY92" fmla="*/ 80866 h 139114"/>
              <a:gd name="connsiteX93" fmla="*/ 641370 w 3019346"/>
              <a:gd name="connsiteY93" fmla="*/ 80866 h 139114"/>
              <a:gd name="connsiteX94" fmla="*/ 641370 w 3019346"/>
              <a:gd name="connsiteY94" fmla="*/ 58248 h 139114"/>
              <a:gd name="connsiteX95" fmla="*/ 696112 w 3019346"/>
              <a:gd name="connsiteY95" fmla="*/ 58248 h 139114"/>
              <a:gd name="connsiteX96" fmla="*/ 375427 w 3019346"/>
              <a:gd name="connsiteY96" fmla="*/ 0 h 139114"/>
              <a:gd name="connsiteX97" fmla="*/ 399125 w 3019346"/>
              <a:gd name="connsiteY97" fmla="*/ 0 h 139114"/>
              <a:gd name="connsiteX98" fmla="*/ 399125 w 3019346"/>
              <a:gd name="connsiteY98" fmla="*/ 58248 h 139114"/>
              <a:gd name="connsiteX99" fmla="*/ 453867 w 3019346"/>
              <a:gd name="connsiteY99" fmla="*/ 58248 h 139114"/>
              <a:gd name="connsiteX100" fmla="*/ 453867 w 3019346"/>
              <a:gd name="connsiteY100" fmla="*/ 80866 h 139114"/>
              <a:gd name="connsiteX101" fmla="*/ 399125 w 3019346"/>
              <a:gd name="connsiteY101" fmla="*/ 80866 h 139114"/>
              <a:gd name="connsiteX102" fmla="*/ 399125 w 3019346"/>
              <a:gd name="connsiteY102" fmla="*/ 139114 h 139114"/>
              <a:gd name="connsiteX103" fmla="*/ 375427 w 3019346"/>
              <a:gd name="connsiteY103" fmla="*/ 139114 h 139114"/>
              <a:gd name="connsiteX104" fmla="*/ 375427 w 3019346"/>
              <a:gd name="connsiteY104" fmla="*/ 80866 h 139114"/>
              <a:gd name="connsiteX105" fmla="*/ 320685 w 3019346"/>
              <a:gd name="connsiteY105" fmla="*/ 80866 h 139114"/>
              <a:gd name="connsiteX106" fmla="*/ 320685 w 3019346"/>
              <a:gd name="connsiteY106" fmla="*/ 58248 h 139114"/>
              <a:gd name="connsiteX107" fmla="*/ 375427 w 3019346"/>
              <a:gd name="connsiteY107" fmla="*/ 58248 h 139114"/>
              <a:gd name="connsiteX108" fmla="*/ 54742 w 3019346"/>
              <a:gd name="connsiteY108" fmla="*/ 0 h 139114"/>
              <a:gd name="connsiteX109" fmla="*/ 78440 w 3019346"/>
              <a:gd name="connsiteY109" fmla="*/ 0 h 139114"/>
              <a:gd name="connsiteX110" fmla="*/ 78440 w 3019346"/>
              <a:gd name="connsiteY110" fmla="*/ 58248 h 139114"/>
              <a:gd name="connsiteX111" fmla="*/ 133182 w 3019346"/>
              <a:gd name="connsiteY111" fmla="*/ 58248 h 139114"/>
              <a:gd name="connsiteX112" fmla="*/ 133182 w 3019346"/>
              <a:gd name="connsiteY112" fmla="*/ 80866 h 139114"/>
              <a:gd name="connsiteX113" fmla="*/ 78440 w 3019346"/>
              <a:gd name="connsiteY113" fmla="*/ 80866 h 139114"/>
              <a:gd name="connsiteX114" fmla="*/ 78440 w 3019346"/>
              <a:gd name="connsiteY114" fmla="*/ 139114 h 139114"/>
              <a:gd name="connsiteX115" fmla="*/ 54742 w 3019346"/>
              <a:gd name="connsiteY115" fmla="*/ 139114 h 139114"/>
              <a:gd name="connsiteX116" fmla="*/ 54742 w 3019346"/>
              <a:gd name="connsiteY116" fmla="*/ 80866 h 139114"/>
              <a:gd name="connsiteX117" fmla="*/ 0 w 3019346"/>
              <a:gd name="connsiteY117" fmla="*/ 80866 h 139114"/>
              <a:gd name="connsiteX118" fmla="*/ 0 w 3019346"/>
              <a:gd name="connsiteY118" fmla="*/ 58248 h 139114"/>
              <a:gd name="connsiteX119" fmla="*/ 54742 w 3019346"/>
              <a:gd name="connsiteY119" fmla="*/ 58248 h 139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3019346" h="139114">
                <a:moveTo>
                  <a:pt x="2940907" y="0"/>
                </a:moveTo>
                <a:lnTo>
                  <a:pt x="2964604" y="0"/>
                </a:lnTo>
                <a:lnTo>
                  <a:pt x="2964604" y="58248"/>
                </a:lnTo>
                <a:lnTo>
                  <a:pt x="3019346" y="58248"/>
                </a:lnTo>
                <a:lnTo>
                  <a:pt x="3019346" y="80866"/>
                </a:lnTo>
                <a:lnTo>
                  <a:pt x="2964604" y="80866"/>
                </a:lnTo>
                <a:lnTo>
                  <a:pt x="2964604" y="139114"/>
                </a:lnTo>
                <a:lnTo>
                  <a:pt x="2940907" y="139114"/>
                </a:lnTo>
                <a:lnTo>
                  <a:pt x="2940907" y="80866"/>
                </a:lnTo>
                <a:lnTo>
                  <a:pt x="2886164" y="80866"/>
                </a:lnTo>
                <a:lnTo>
                  <a:pt x="2886164" y="58248"/>
                </a:lnTo>
                <a:lnTo>
                  <a:pt x="2940907" y="58248"/>
                </a:lnTo>
                <a:close/>
                <a:moveTo>
                  <a:pt x="2620222" y="0"/>
                </a:moveTo>
                <a:lnTo>
                  <a:pt x="2643919" y="0"/>
                </a:lnTo>
                <a:lnTo>
                  <a:pt x="2643919" y="58248"/>
                </a:lnTo>
                <a:lnTo>
                  <a:pt x="2698661" y="58248"/>
                </a:lnTo>
                <a:lnTo>
                  <a:pt x="2698661" y="80866"/>
                </a:lnTo>
                <a:lnTo>
                  <a:pt x="2643919" y="80866"/>
                </a:lnTo>
                <a:lnTo>
                  <a:pt x="2643919" y="139114"/>
                </a:lnTo>
                <a:lnTo>
                  <a:pt x="2620222" y="139114"/>
                </a:lnTo>
                <a:lnTo>
                  <a:pt x="2620222" y="80866"/>
                </a:lnTo>
                <a:lnTo>
                  <a:pt x="2565479" y="80866"/>
                </a:lnTo>
                <a:lnTo>
                  <a:pt x="2565479" y="58248"/>
                </a:lnTo>
                <a:lnTo>
                  <a:pt x="2620222" y="58248"/>
                </a:lnTo>
                <a:close/>
                <a:moveTo>
                  <a:pt x="2299536" y="0"/>
                </a:moveTo>
                <a:lnTo>
                  <a:pt x="2323234" y="0"/>
                </a:lnTo>
                <a:lnTo>
                  <a:pt x="2323234" y="58248"/>
                </a:lnTo>
                <a:lnTo>
                  <a:pt x="2377976" y="58248"/>
                </a:lnTo>
                <a:lnTo>
                  <a:pt x="2377976" y="80866"/>
                </a:lnTo>
                <a:lnTo>
                  <a:pt x="2323234" y="80866"/>
                </a:lnTo>
                <a:lnTo>
                  <a:pt x="2323234" y="139114"/>
                </a:lnTo>
                <a:lnTo>
                  <a:pt x="2299536" y="139114"/>
                </a:lnTo>
                <a:lnTo>
                  <a:pt x="2299536" y="80866"/>
                </a:lnTo>
                <a:lnTo>
                  <a:pt x="2244794" y="80866"/>
                </a:lnTo>
                <a:lnTo>
                  <a:pt x="2244794" y="58248"/>
                </a:lnTo>
                <a:lnTo>
                  <a:pt x="2299536" y="58248"/>
                </a:lnTo>
                <a:close/>
                <a:moveTo>
                  <a:pt x="1978853" y="0"/>
                </a:moveTo>
                <a:lnTo>
                  <a:pt x="2002550" y="0"/>
                </a:lnTo>
                <a:lnTo>
                  <a:pt x="2002550" y="58248"/>
                </a:lnTo>
                <a:lnTo>
                  <a:pt x="2057292" y="58248"/>
                </a:lnTo>
                <a:lnTo>
                  <a:pt x="2057292" y="80866"/>
                </a:lnTo>
                <a:lnTo>
                  <a:pt x="2002550" y="80866"/>
                </a:lnTo>
                <a:lnTo>
                  <a:pt x="2002550" y="139114"/>
                </a:lnTo>
                <a:lnTo>
                  <a:pt x="1978853" y="139114"/>
                </a:lnTo>
                <a:lnTo>
                  <a:pt x="1978853" y="80866"/>
                </a:lnTo>
                <a:lnTo>
                  <a:pt x="1924111" y="80866"/>
                </a:lnTo>
                <a:lnTo>
                  <a:pt x="1924111" y="58248"/>
                </a:lnTo>
                <a:lnTo>
                  <a:pt x="1978853" y="58248"/>
                </a:lnTo>
                <a:close/>
                <a:moveTo>
                  <a:pt x="1658167" y="0"/>
                </a:moveTo>
                <a:lnTo>
                  <a:pt x="1681864" y="0"/>
                </a:lnTo>
                <a:lnTo>
                  <a:pt x="1681864" y="58248"/>
                </a:lnTo>
                <a:lnTo>
                  <a:pt x="1736606" y="58248"/>
                </a:lnTo>
                <a:lnTo>
                  <a:pt x="1736606" y="80866"/>
                </a:lnTo>
                <a:lnTo>
                  <a:pt x="1681864" y="80866"/>
                </a:lnTo>
                <a:lnTo>
                  <a:pt x="1681864" y="139114"/>
                </a:lnTo>
                <a:lnTo>
                  <a:pt x="1658167" y="139114"/>
                </a:lnTo>
                <a:lnTo>
                  <a:pt x="1658167" y="80866"/>
                </a:lnTo>
                <a:lnTo>
                  <a:pt x="1603424" y="80866"/>
                </a:lnTo>
                <a:lnTo>
                  <a:pt x="1603424" y="58248"/>
                </a:lnTo>
                <a:lnTo>
                  <a:pt x="1658167" y="58248"/>
                </a:lnTo>
                <a:close/>
                <a:moveTo>
                  <a:pt x="1337482" y="0"/>
                </a:moveTo>
                <a:lnTo>
                  <a:pt x="1361179" y="0"/>
                </a:lnTo>
                <a:lnTo>
                  <a:pt x="1361179" y="58248"/>
                </a:lnTo>
                <a:lnTo>
                  <a:pt x="1415922" y="58248"/>
                </a:lnTo>
                <a:lnTo>
                  <a:pt x="1415922" y="80866"/>
                </a:lnTo>
                <a:lnTo>
                  <a:pt x="1361179" y="80866"/>
                </a:lnTo>
                <a:lnTo>
                  <a:pt x="1361179" y="139114"/>
                </a:lnTo>
                <a:lnTo>
                  <a:pt x="1337482" y="139114"/>
                </a:lnTo>
                <a:lnTo>
                  <a:pt x="1337482" y="80866"/>
                </a:lnTo>
                <a:lnTo>
                  <a:pt x="1282740" y="80866"/>
                </a:lnTo>
                <a:lnTo>
                  <a:pt x="1282740" y="58248"/>
                </a:lnTo>
                <a:lnTo>
                  <a:pt x="1337482" y="58248"/>
                </a:lnTo>
                <a:close/>
                <a:moveTo>
                  <a:pt x="1016798" y="0"/>
                </a:moveTo>
                <a:lnTo>
                  <a:pt x="1040495" y="0"/>
                </a:lnTo>
                <a:lnTo>
                  <a:pt x="1040495" y="58248"/>
                </a:lnTo>
                <a:lnTo>
                  <a:pt x="1095237" y="58248"/>
                </a:lnTo>
                <a:lnTo>
                  <a:pt x="1095237" y="80866"/>
                </a:lnTo>
                <a:lnTo>
                  <a:pt x="1040495" y="80866"/>
                </a:lnTo>
                <a:lnTo>
                  <a:pt x="1040495" y="139114"/>
                </a:lnTo>
                <a:lnTo>
                  <a:pt x="1016798" y="139114"/>
                </a:lnTo>
                <a:lnTo>
                  <a:pt x="1016798" y="80866"/>
                </a:lnTo>
                <a:lnTo>
                  <a:pt x="962056" y="80866"/>
                </a:lnTo>
                <a:lnTo>
                  <a:pt x="962056" y="58248"/>
                </a:lnTo>
                <a:lnTo>
                  <a:pt x="1016798" y="58248"/>
                </a:lnTo>
                <a:close/>
                <a:moveTo>
                  <a:pt x="696112" y="0"/>
                </a:moveTo>
                <a:lnTo>
                  <a:pt x="719809" y="0"/>
                </a:lnTo>
                <a:lnTo>
                  <a:pt x="719809" y="58248"/>
                </a:lnTo>
                <a:lnTo>
                  <a:pt x="774552" y="58248"/>
                </a:lnTo>
                <a:lnTo>
                  <a:pt x="774552" y="80866"/>
                </a:lnTo>
                <a:lnTo>
                  <a:pt x="719809" y="80866"/>
                </a:lnTo>
                <a:lnTo>
                  <a:pt x="719809" y="139114"/>
                </a:lnTo>
                <a:lnTo>
                  <a:pt x="696112" y="139114"/>
                </a:lnTo>
                <a:lnTo>
                  <a:pt x="696112" y="80866"/>
                </a:lnTo>
                <a:lnTo>
                  <a:pt x="641370" y="80866"/>
                </a:lnTo>
                <a:lnTo>
                  <a:pt x="641370" y="58248"/>
                </a:lnTo>
                <a:lnTo>
                  <a:pt x="696112" y="58248"/>
                </a:lnTo>
                <a:close/>
                <a:moveTo>
                  <a:pt x="375427" y="0"/>
                </a:moveTo>
                <a:lnTo>
                  <a:pt x="399125" y="0"/>
                </a:lnTo>
                <a:lnTo>
                  <a:pt x="399125" y="58248"/>
                </a:lnTo>
                <a:lnTo>
                  <a:pt x="453867" y="58248"/>
                </a:lnTo>
                <a:lnTo>
                  <a:pt x="453867" y="80866"/>
                </a:lnTo>
                <a:lnTo>
                  <a:pt x="399125" y="80866"/>
                </a:lnTo>
                <a:lnTo>
                  <a:pt x="399125" y="139114"/>
                </a:lnTo>
                <a:lnTo>
                  <a:pt x="375427" y="139114"/>
                </a:lnTo>
                <a:lnTo>
                  <a:pt x="375427" y="80866"/>
                </a:lnTo>
                <a:lnTo>
                  <a:pt x="320685" y="80866"/>
                </a:lnTo>
                <a:lnTo>
                  <a:pt x="320685" y="58248"/>
                </a:lnTo>
                <a:lnTo>
                  <a:pt x="375427" y="58248"/>
                </a:lnTo>
                <a:close/>
                <a:moveTo>
                  <a:pt x="54742" y="0"/>
                </a:moveTo>
                <a:lnTo>
                  <a:pt x="78440" y="0"/>
                </a:lnTo>
                <a:lnTo>
                  <a:pt x="78440" y="58248"/>
                </a:lnTo>
                <a:lnTo>
                  <a:pt x="133182" y="58248"/>
                </a:lnTo>
                <a:lnTo>
                  <a:pt x="133182" y="80866"/>
                </a:lnTo>
                <a:lnTo>
                  <a:pt x="78440" y="80866"/>
                </a:lnTo>
                <a:lnTo>
                  <a:pt x="78440" y="139114"/>
                </a:lnTo>
                <a:lnTo>
                  <a:pt x="54742" y="139114"/>
                </a:lnTo>
                <a:lnTo>
                  <a:pt x="54742" y="80866"/>
                </a:lnTo>
                <a:lnTo>
                  <a:pt x="0" y="80866"/>
                </a:lnTo>
                <a:lnTo>
                  <a:pt x="0" y="58248"/>
                </a:lnTo>
                <a:lnTo>
                  <a:pt x="54742" y="582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28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642962" y="4889867"/>
            <a:ext cx="781143" cy="754259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87738" y="625402"/>
            <a:ext cx="3921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L" panose="00020600040101010101" pitchFamily="18" charset="-122"/>
                <a:sym typeface="思源黑体 CN Medium" panose="020B0600000000000000" pitchFamily="34" charset="-122"/>
              </a:rPr>
              <a:t>人工智能语言模型</a:t>
            </a:r>
          </a:p>
        </p:txBody>
      </p:sp>
      <p:sp>
        <p:nvSpPr>
          <p:cNvPr id="19" name="圆: 空心 18"/>
          <p:cNvSpPr/>
          <p:nvPr/>
        </p:nvSpPr>
        <p:spPr>
          <a:xfrm>
            <a:off x="-925930" y="-976025"/>
            <a:ext cx="2373451" cy="2373451"/>
          </a:xfrm>
          <a:prstGeom prst="don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657385" y="6036077"/>
            <a:ext cx="2275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 err="1">
                <a:solidFill>
                  <a:schemeClr val="bg1"/>
                </a:solidFill>
              </a:rPr>
              <a:t>edusphere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1" name="任意多边形: 形状 20"/>
          <p:cNvSpPr/>
          <p:nvPr/>
        </p:nvSpPr>
        <p:spPr>
          <a:xfrm rot="16200000">
            <a:off x="765208" y="5385064"/>
            <a:ext cx="479377" cy="986847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2" name="图片 21" descr="黑暗中的灯光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067" y="4460791"/>
            <a:ext cx="3131748" cy="1761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000">
        <p14:switch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等腰三角形 28"/>
          <p:cNvSpPr/>
          <p:nvPr/>
        </p:nvSpPr>
        <p:spPr>
          <a:xfrm rot="5400000">
            <a:off x="638384" y="559541"/>
            <a:ext cx="557104" cy="48026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等腰三角形 29"/>
          <p:cNvSpPr/>
          <p:nvPr/>
        </p:nvSpPr>
        <p:spPr>
          <a:xfrm rot="5400000">
            <a:off x="779625" y="710098"/>
            <a:ext cx="404704" cy="348883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1236885" y="595550"/>
            <a:ext cx="4094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>
                <a:sym typeface="思源黑体 CN Medium" panose="020B0600000000000000" pitchFamily="34" charset="-122"/>
              </a:rPr>
              <a:t>技术路线及技术实现方案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316218"/>
              </p:ext>
            </p:extLst>
          </p:nvPr>
        </p:nvGraphicFramePr>
        <p:xfrm>
          <a:off x="681355" y="1713230"/>
          <a:ext cx="10784205" cy="4095115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756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3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1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组件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技术选项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  <a:latin typeface="思源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工作流引擎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6858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思源"/>
                          <a:ea typeface="等线" panose="02010600030101010101" pitchFamily="2" charset="-122"/>
                        </a:rPr>
                        <a:t>Dify.AI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6858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0">
                          <a:latin typeface="思源"/>
                          <a:ea typeface="等线" panose="02010600030101010101" pitchFamily="2" charset="-122"/>
                        </a:rPr>
                        <a:t>低代码</a:t>
                      </a:r>
                      <a:r>
                        <a:rPr lang="en-US" altLang="zh-CN" sz="2000" b="0">
                          <a:latin typeface="思源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2000" b="0">
                          <a:latin typeface="思源"/>
                          <a:ea typeface="等线" panose="02010600030101010101" pitchFamily="2" charset="-122"/>
                        </a:rPr>
                        <a:t>可视化编排 </a:t>
                      </a:r>
                      <a:r>
                        <a:rPr lang="en-US" altLang="zh-CN" sz="2000" b="0">
                          <a:latin typeface="思源"/>
                          <a:ea typeface="等线" panose="02010600030101010101" pitchFamily="2" charset="-122"/>
                        </a:rPr>
                        <a:t>AI </a:t>
                      </a:r>
                      <a:r>
                        <a:rPr lang="zh-CN" altLang="en-US" sz="2000" b="0">
                          <a:latin typeface="思源"/>
                          <a:ea typeface="等线" panose="02010600030101010101" pitchFamily="2" charset="-122"/>
                        </a:rPr>
                        <a:t>工作流，支持大模型集成和自定义节点。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120">
                <a:tc>
                  <a:txBody>
                    <a:bodyPr/>
                    <a:lstStyle/>
                    <a:p>
                      <a:pPr marL="6858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dirty="0">
                          <a:latin typeface="思源"/>
                          <a:ea typeface="等线" panose="02010600030101010101" pitchFamily="2" charset="-122"/>
                        </a:rPr>
                        <a:t>         Prompt </a:t>
                      </a:r>
                      <a:r>
                        <a:rPr lang="zh-CN" altLang="en-US" sz="2000" b="1" dirty="0">
                          <a:latin typeface="思源"/>
                          <a:ea typeface="等线" panose="02010600030101010101" pitchFamily="2" charset="-122"/>
                        </a:rPr>
                        <a:t>工程</a:t>
                      </a:r>
                    </a:p>
                  </a:txBody>
                  <a:tcPr marL="0" marR="63500" marT="63500" marB="63500" anchor="ctr"/>
                </a:tc>
                <a:tc>
                  <a:txBody>
                    <a:bodyPr/>
                    <a:lstStyle/>
                    <a:p>
                      <a:pPr marL="6858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dirty="0">
                          <a:latin typeface="思源"/>
                          <a:ea typeface="等线" panose="02010600030101010101" pitchFamily="2" charset="-122"/>
                        </a:rPr>
                        <a:t>Prompt</a:t>
                      </a:r>
                      <a:r>
                        <a:rPr lang="zh-CN" altLang="en-US" sz="2000" b="0" dirty="0">
                          <a:latin typeface="思源"/>
                          <a:ea typeface="等线" panose="02010600030101010101" pitchFamily="2" charset="-122"/>
                        </a:rPr>
                        <a:t>模板（</a:t>
                      </a:r>
                      <a:r>
                        <a:rPr lang="en-US" altLang="zh-CN" sz="2000" b="0" dirty="0">
                          <a:latin typeface="思源"/>
                          <a:ea typeface="等线" panose="02010600030101010101" pitchFamily="2" charset="-122"/>
                        </a:rPr>
                        <a:t>Jinja2/F-string</a:t>
                      </a:r>
                      <a:r>
                        <a:rPr lang="zh-CN" altLang="en-US" sz="2000" b="0" dirty="0">
                          <a:latin typeface="思源"/>
                          <a:ea typeface="等线" panose="02010600030101010101" pitchFamily="2" charset="-122"/>
                        </a:rPr>
                        <a:t>）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6858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0">
                          <a:latin typeface="思源"/>
                          <a:ea typeface="等线" panose="02010600030101010101" pitchFamily="2" charset="-122"/>
                        </a:rPr>
                        <a:t>结构化提示词设计，可能包含变量插值、少样本示例等技巧。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1">
                          <a:latin typeface="思源"/>
                          <a:ea typeface="等线" panose="02010600030101010101" pitchFamily="2" charset="-122"/>
                        </a:rPr>
                        <a:t>数据处理</a:t>
                      </a:r>
                    </a:p>
                  </a:txBody>
                  <a:tcPr marL="0" marR="63500" marT="63500" marB="63500" anchor="ctr"/>
                </a:tc>
                <a:tc>
                  <a:txBody>
                    <a:bodyPr/>
                    <a:lstStyle/>
                    <a:p>
                      <a:pPr marL="6858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 dirty="0">
                          <a:latin typeface="思源"/>
                          <a:ea typeface="等线" panose="02010600030101010101" pitchFamily="2" charset="-122"/>
                        </a:rPr>
                        <a:t>Python (Pandas/</a:t>
                      </a:r>
                      <a:r>
                        <a:rPr lang="en-US" altLang="zh-CN" sz="2000" b="0" dirty="0" err="1">
                          <a:latin typeface="思源"/>
                          <a:ea typeface="等线" panose="02010600030101010101" pitchFamily="2" charset="-122"/>
                        </a:rPr>
                        <a:t>Numpy</a:t>
                      </a:r>
                      <a:r>
                        <a:rPr lang="en-US" altLang="zh-CN" sz="2000" b="0" dirty="0">
                          <a:latin typeface="思源"/>
                          <a:ea typeface="等线" panose="02010600030101010101" pitchFamily="2" charset="-122"/>
                        </a:rPr>
                        <a:t>) + </a:t>
                      </a:r>
                      <a:r>
                        <a:rPr lang="zh-CN" altLang="en-US" sz="2000" b="0" dirty="0">
                          <a:latin typeface="思源"/>
                          <a:ea typeface="等线" panose="02010600030101010101" pitchFamily="2" charset="-122"/>
                        </a:rPr>
                        <a:t>自定义脚本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6858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0">
                          <a:latin typeface="思源"/>
                          <a:ea typeface="等线" panose="02010600030101010101" pitchFamily="2" charset="-122"/>
                        </a:rPr>
                        <a:t>输入数据的清洗、格式化，或后处理（如过滤、排序）。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1545">
                <a:tc>
                  <a:txBody>
                    <a:bodyPr/>
                    <a:lstStyle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1" dirty="0">
                          <a:latin typeface="思源"/>
                          <a:ea typeface="等线" panose="02010600030101010101" pitchFamily="2" charset="-122"/>
                        </a:rPr>
                        <a:t>JSON </a:t>
                      </a:r>
                      <a:r>
                        <a:rPr lang="zh-CN" altLang="en-US" sz="2000" b="1" dirty="0">
                          <a:latin typeface="思源"/>
                          <a:ea typeface="等线" panose="02010600030101010101" pitchFamily="2" charset="-122"/>
                        </a:rPr>
                        <a:t>序列化</a:t>
                      </a:r>
                    </a:p>
                  </a:txBody>
                  <a:tcPr marL="0" marR="63500" marT="63500" marB="63500" anchor="ctr"/>
                </a:tc>
                <a:tc>
                  <a:txBody>
                    <a:bodyPr/>
                    <a:lstStyle/>
                    <a:p>
                      <a:pPr marL="6858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latin typeface="思源"/>
                          <a:ea typeface="等线" panose="02010600030101010101" pitchFamily="2" charset="-122"/>
                        </a:rPr>
                        <a:t>Python json </a:t>
                      </a:r>
                      <a:r>
                        <a:rPr lang="zh-CN" altLang="en-US" sz="2000" b="0">
                          <a:latin typeface="思源"/>
                          <a:ea typeface="等线" panose="02010600030101010101" pitchFamily="2" charset="-122"/>
                        </a:rPr>
                        <a:t>库 </a:t>
                      </a:r>
                      <a:r>
                        <a:rPr lang="en-US" altLang="zh-CN" sz="2000" b="0">
                          <a:latin typeface="思源"/>
                          <a:ea typeface="等线" panose="02010600030101010101" pitchFamily="2" charset="-122"/>
                        </a:rPr>
                        <a:t>/ FastAPI</a:t>
                      </a:r>
                      <a:r>
                        <a:rPr lang="zh-CN" altLang="en-US" sz="2000" b="0">
                          <a:latin typeface="思源"/>
                          <a:ea typeface="等线" panose="02010600030101010101" pitchFamily="2" charset="-122"/>
                        </a:rPr>
                        <a:t>（若需 </a:t>
                      </a:r>
                      <a:r>
                        <a:rPr lang="en-US" altLang="zh-CN" sz="2000" b="0">
                          <a:latin typeface="思源"/>
                          <a:ea typeface="等线" panose="02010600030101010101" pitchFamily="2" charset="-122"/>
                        </a:rPr>
                        <a:t>API </a:t>
                      </a:r>
                      <a:r>
                        <a:rPr lang="zh-CN" altLang="en-US" sz="2000" b="0">
                          <a:latin typeface="思源"/>
                          <a:ea typeface="等线" panose="02010600030101010101" pitchFamily="2" charset="-122"/>
                        </a:rPr>
                        <a:t>输出）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marL="6858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2000" b="0" dirty="0">
                          <a:latin typeface="思源"/>
                          <a:ea typeface="等线" panose="02010600030101010101" pitchFamily="2" charset="-122"/>
                        </a:rPr>
                        <a:t>将模型输出转换为标准化</a:t>
                      </a:r>
                      <a:r>
                        <a:rPr lang="zh-CN" altLang="en-US" sz="2000" b="0" dirty="0">
                          <a:latin typeface="思源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en-US" altLang="zh-CN" sz="2000" b="0" dirty="0">
                          <a:latin typeface="思源"/>
                          <a:ea typeface="等线" panose="02010600030101010101" pitchFamily="2" charset="-122"/>
                        </a:rPr>
                        <a:t>JSON </a:t>
                      </a:r>
                      <a:r>
                        <a:rPr lang="zh-CN" altLang="en-US" sz="2000" b="0" dirty="0">
                          <a:latin typeface="思源"/>
                          <a:ea typeface="等线" panose="02010600030101010101" pitchFamily="2" charset="-122"/>
                        </a:rPr>
                        <a:t>结构，可能包含字段映射或嵌套。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2000">
        <p14:prism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等腰三角形 29"/>
          <p:cNvSpPr/>
          <p:nvPr/>
        </p:nvSpPr>
        <p:spPr>
          <a:xfrm rot="5400000">
            <a:off x="638384" y="559541"/>
            <a:ext cx="557104" cy="48026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等腰三角形 30"/>
          <p:cNvSpPr/>
          <p:nvPr/>
        </p:nvSpPr>
        <p:spPr>
          <a:xfrm rot="5400000">
            <a:off x="779625" y="710098"/>
            <a:ext cx="404704" cy="348883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236885" y="595550"/>
            <a:ext cx="409448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l"/>
            <a:r>
              <a:rPr lang="zh-CN" altLang="en-US" dirty="0">
                <a:sym typeface="思源黑体 CN Medium" panose="020B0600000000000000" pitchFamily="34" charset="-122"/>
              </a:rPr>
              <a:t>技术路线及技术实现方案</a:t>
            </a:r>
          </a:p>
          <a:p>
            <a:endParaRPr lang="zh-CN" altLang="en-US" dirty="0">
              <a:sym typeface="思源黑体 CN Medium" panose="020B0600000000000000" pitchFamily="34" charset="-122"/>
            </a:endParaRPr>
          </a:p>
        </p:txBody>
      </p:sp>
      <p:pic>
        <p:nvPicPr>
          <p:cNvPr id="4" name="图片 4" descr="49f826a72843b94a66c266a5b940df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775" y="1207770"/>
            <a:ext cx="6876415" cy="5024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000">
        <p14:flip dir="r"/>
      </p:transition>
    </mc:Choice>
    <mc:Fallback xmlns="">
      <p:transition spd="slow" advTm="2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等腰三角形 25"/>
          <p:cNvSpPr/>
          <p:nvPr/>
        </p:nvSpPr>
        <p:spPr>
          <a:xfrm rot="5400000">
            <a:off x="638384" y="559541"/>
            <a:ext cx="557104" cy="48026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等腰三角形 26"/>
          <p:cNvSpPr/>
          <p:nvPr/>
        </p:nvSpPr>
        <p:spPr>
          <a:xfrm rot="5400000">
            <a:off x="779625" y="710098"/>
            <a:ext cx="404704" cy="348883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236885" y="59555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>
                <a:sym typeface="思源黑体 CN Medium" panose="020B0600000000000000" pitchFamily="34" charset="-122"/>
              </a:rPr>
              <a:t>项目创新点及优势</a:t>
            </a:r>
          </a:p>
        </p:txBody>
      </p:sp>
      <p:grpSp>
        <p:nvGrpSpPr>
          <p:cNvPr id="52" name="组合 51"/>
          <p:cNvGrpSpPr/>
          <p:nvPr>
            <p:custDataLst>
              <p:tags r:id="rId1"/>
            </p:custDataLst>
          </p:nvPr>
        </p:nvGrpSpPr>
        <p:grpSpPr>
          <a:xfrm>
            <a:off x="1631738" y="1424940"/>
            <a:ext cx="8862485" cy="5016500"/>
            <a:chOff x="1646343" y="1356360"/>
            <a:chExt cx="8862485" cy="5016500"/>
          </a:xfrm>
        </p:grpSpPr>
        <p:cxnSp>
          <p:nvCxnSpPr>
            <p:cNvPr id="4" name="直接连接符 3"/>
            <p:cNvCxnSpPr/>
            <p:nvPr>
              <p:custDataLst>
                <p:tags r:id="rId2"/>
              </p:custDataLst>
            </p:nvPr>
          </p:nvCxnSpPr>
          <p:spPr>
            <a:xfrm flipV="1">
              <a:off x="6077585" y="1356360"/>
              <a:ext cx="0" cy="5016500"/>
            </a:xfrm>
            <a:prstGeom prst="line">
              <a:avLst/>
            </a:prstGeom>
            <a:solidFill>
              <a:schemeClr val="tx2">
                <a:lumMod val="20000"/>
                <a:lumOff val="80000"/>
                <a:alpha val="40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" name="íSľïḓé"/>
            <p:cNvSpPr/>
            <p:nvPr>
              <p:custDataLst>
                <p:tags r:id="rId3"/>
              </p:custDataLst>
            </p:nvPr>
          </p:nvSpPr>
          <p:spPr bwMode="auto">
            <a:xfrm rot="16200000">
              <a:off x="5636453" y="2878100"/>
              <a:ext cx="385576" cy="332439"/>
            </a:xfrm>
            <a:prstGeom prst="triangl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>
                <a:solidFill>
                  <a:schemeClr val="l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6" name="iṡľiďê"/>
            <p:cNvSpPr/>
            <p:nvPr>
              <p:custDataLst>
                <p:tags r:id="rId4"/>
              </p:custDataLst>
            </p:nvPr>
          </p:nvSpPr>
          <p:spPr bwMode="auto">
            <a:xfrm rot="16200000">
              <a:off x="5627865" y="4657507"/>
              <a:ext cx="385576" cy="332439"/>
            </a:xfrm>
            <a:prstGeom prst="triangl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>
                <a:solidFill>
                  <a:schemeClr val="l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3" name="išľîḑê"/>
            <p:cNvSpPr/>
            <p:nvPr>
              <p:custDataLst>
                <p:tags r:id="rId5"/>
              </p:custDataLst>
            </p:nvPr>
          </p:nvSpPr>
          <p:spPr bwMode="auto">
            <a:xfrm rot="5400000" flipH="1">
              <a:off x="6163621" y="2878100"/>
              <a:ext cx="385576" cy="332439"/>
            </a:xfrm>
            <a:prstGeom prst="triangl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>
                <a:solidFill>
                  <a:schemeClr val="l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4" name="íṥḻiḓe"/>
            <p:cNvSpPr/>
            <p:nvPr>
              <p:custDataLst>
                <p:tags r:id="rId6"/>
              </p:custDataLst>
            </p:nvPr>
          </p:nvSpPr>
          <p:spPr bwMode="auto">
            <a:xfrm rot="5400000" flipH="1">
              <a:off x="6155033" y="4657507"/>
              <a:ext cx="385576" cy="332439"/>
            </a:xfrm>
            <a:prstGeom prst="triangl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  <a:endParaRPr>
                <a:solidFill>
                  <a:schemeClr val="l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7" name="íṥľîḍé"/>
            <p:cNvSpPr/>
            <p:nvPr>
              <p:custDataLst>
                <p:tags r:id="rId7"/>
              </p:custDataLst>
            </p:nvPr>
          </p:nvSpPr>
          <p:spPr>
            <a:xfrm>
              <a:off x="1683506" y="2334097"/>
              <a:ext cx="879567" cy="898851"/>
            </a:xfrm>
            <a:prstGeom prst="flowChartOffpageConnector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思源黑体 CN Medium" panose="020B0600000000000000" pitchFamily="34" charset="-122"/>
                </a:rPr>
                <a:t>01</a:t>
              </a:r>
            </a:p>
          </p:txBody>
        </p:sp>
        <p:sp>
          <p:nvSpPr>
            <p:cNvPr id="8" name="iṥlîḍé"/>
            <p:cNvSpPr/>
            <p:nvPr>
              <p:custDataLst>
                <p:tags r:id="rId8"/>
              </p:custDataLst>
            </p:nvPr>
          </p:nvSpPr>
          <p:spPr>
            <a:xfrm>
              <a:off x="1646343" y="4715484"/>
              <a:ext cx="879567" cy="898851"/>
            </a:xfrm>
            <a:prstGeom prst="flowChartOffpageConnector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思源黑体 CN Medium" panose="020B0600000000000000" pitchFamily="34" charset="-122"/>
                </a:rPr>
                <a:t>03</a:t>
              </a:r>
            </a:p>
          </p:txBody>
        </p:sp>
        <p:sp>
          <p:nvSpPr>
            <p:cNvPr id="9" name="íṥľîḍé"/>
            <p:cNvSpPr/>
            <p:nvPr>
              <p:custDataLst>
                <p:tags r:id="rId9"/>
              </p:custDataLst>
            </p:nvPr>
          </p:nvSpPr>
          <p:spPr>
            <a:xfrm>
              <a:off x="9629261" y="2337907"/>
              <a:ext cx="879567" cy="898851"/>
            </a:xfrm>
            <a:prstGeom prst="flowChartOffpageConnector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思源黑体 CN Medium" panose="020B0600000000000000" pitchFamily="34" charset="-122"/>
                </a:rPr>
                <a:t>02</a:t>
              </a:r>
              <a:endParaRPr 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10" name="iṥlîḍé"/>
            <p:cNvSpPr/>
            <p:nvPr>
              <p:custDataLst>
                <p:tags r:id="rId10"/>
              </p:custDataLst>
            </p:nvPr>
          </p:nvSpPr>
          <p:spPr>
            <a:xfrm>
              <a:off x="9628928" y="4714849"/>
              <a:ext cx="879567" cy="898851"/>
            </a:xfrm>
            <a:prstGeom prst="flowChartOffpageConnector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思源黑体 CN Medium" panose="020B0600000000000000" pitchFamily="34" charset="-122"/>
                </a:rPr>
                <a:t>04</a:t>
              </a:r>
              <a:endParaRPr 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0" name="矩形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876910" y="1458690"/>
              <a:ext cx="1714500" cy="553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just" defTabSz="457200">
                <a:spcBef>
                  <a:spcPct val="0"/>
                </a:spcBef>
              </a:pPr>
              <a:r>
                <a:rPr lang="en-US" altLang="zh-CN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AI</a:t>
              </a: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交互模块：</a:t>
              </a:r>
            </a:p>
            <a:p>
              <a:pPr algn="just" defTabSz="457200">
                <a:spcBef>
                  <a:spcPct val="0"/>
                </a:spcBef>
              </a:pPr>
              <a:r>
                <a:rPr lang="en-US" altLang="zh-CN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LLM</a:t>
              </a: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智能规划时间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12"/>
              </p:custDataLst>
            </p:nvPr>
          </p:nvSpPr>
          <p:spPr>
            <a:xfrm>
              <a:off x="2854113" y="2249170"/>
              <a:ext cx="2658745" cy="11182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r>
                <a:rPr lang="zh-CN" altLang="en-US" dirty="0">
                  <a:sym typeface="思源黑体 CN Medium" panose="020B0600000000000000" pitchFamily="34" charset="-122"/>
                </a:rPr>
                <a:t>用户通过自然语言与</a:t>
              </a:r>
              <a:r>
                <a:rPr lang="en-US" altLang="zh-CN" dirty="0">
                  <a:sym typeface="思源黑体 CN Medium" panose="020B0600000000000000" pitchFamily="34" charset="-122"/>
                </a:rPr>
                <a:t> AI 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交互，动态调整任务和查询课表。需要理解用户意图，并基于动态时间模型生成合理的时间规划。</a:t>
              </a:r>
            </a:p>
          </p:txBody>
        </p:sp>
        <p:sp>
          <p:nvSpPr>
            <p:cNvPr id="44" name="矩形 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876910" y="3754215"/>
              <a:ext cx="2514600" cy="553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just">
                <a:spcBef>
                  <a:spcPct val="0"/>
                </a:spcBef>
              </a:pP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客户端模块：</a:t>
              </a:r>
            </a:p>
            <a:p>
              <a:pPr algn="just">
                <a:spcBef>
                  <a:spcPct val="0"/>
                </a:spcBef>
              </a:pPr>
              <a:r>
                <a:rPr lang="en-US" altLang="zh-CN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uni-app </a:t>
              </a: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分发</a:t>
              </a:r>
              <a:r>
                <a:rPr lang="en-US" altLang="zh-CN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 Vue3 </a:t>
              </a: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前端</a:t>
              </a:r>
            </a:p>
          </p:txBody>
        </p:sp>
        <p:sp>
          <p:nvSpPr>
            <p:cNvPr id="45" name="文本框 44"/>
            <p:cNvSpPr txBox="1"/>
            <p:nvPr>
              <p:custDataLst>
                <p:tags r:id="rId14"/>
              </p:custDataLst>
            </p:nvPr>
          </p:nvSpPr>
          <p:spPr>
            <a:xfrm>
              <a:off x="2875703" y="4517390"/>
              <a:ext cx="2687320" cy="17862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r>
                <a:rPr lang="zh-CN" altLang="en-US" dirty="0">
                  <a:sym typeface="思源黑体 CN Medium" panose="020B0600000000000000" pitchFamily="34" charset="-122"/>
                </a:rPr>
                <a:t>支持多端统一开发，同时实现复杂交互，使用条件编译处理平台差异</a:t>
              </a:r>
              <a:r>
                <a:rPr lang="en-US" altLang="zh-CN" dirty="0">
                  <a:sym typeface="思源黑体 CN Medium" panose="020B0600000000000000" pitchFamily="34" charset="-122"/>
                </a:rPr>
                <a:t>,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通</a:t>
              </a:r>
              <a:r>
                <a:rPr lang="en-US" altLang="zh-CN" sz="1000" b="1" dirty="0">
                  <a:sym typeface="思源黑体 CN Medium" panose="020B0600000000000000" pitchFamily="34" charset="-122"/>
                </a:rPr>
                <a:t>uni.getSystemInfoSync()</a:t>
              </a:r>
              <a:r>
                <a:rPr lang="en-US" altLang="zh-CN" b="1" dirty="0">
                  <a:sym typeface="思源黑体 CN Medium" panose="020B0600000000000000" pitchFamily="34" charset="-122"/>
                </a:rPr>
                <a:t> 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获取设备信息，动态调整布局。调用</a:t>
              </a:r>
              <a:r>
                <a:rPr lang="en-US" altLang="zh-CN" dirty="0">
                  <a:sym typeface="思源黑体 CN Medium" panose="020B0600000000000000" pitchFamily="34" charset="-122"/>
                </a:rPr>
                <a:t> </a:t>
              </a:r>
              <a:r>
                <a:rPr lang="en-US" altLang="zh-CN" sz="1000" b="1" dirty="0">
                  <a:sym typeface="思源黑体 CN Medium" panose="020B0600000000000000" pitchFamily="34" charset="-122"/>
                </a:rPr>
                <a:t>uni.getRecorderManager()</a:t>
              </a:r>
              <a:r>
                <a:rPr lang="en-US" altLang="zh-CN" sz="1000" dirty="0">
                  <a:sym typeface="思源黑体 CN Medium" panose="020B0600000000000000" pitchFamily="34" charset="-122"/>
                </a:rPr>
                <a:t> 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录制语音，并上传到服务端识别</a:t>
              </a:r>
            </a:p>
          </p:txBody>
        </p:sp>
        <p:sp>
          <p:nvSpPr>
            <p:cNvPr id="47" name="矩形 3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642194" y="1458690"/>
              <a:ext cx="3086100" cy="553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just">
                <a:spcBef>
                  <a:spcPct val="0"/>
                </a:spcBef>
              </a:pP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服务端模块：</a:t>
              </a:r>
            </a:p>
            <a:p>
              <a:pPr algn="just">
                <a:spcBef>
                  <a:spcPct val="0"/>
                </a:spcBef>
              </a:pPr>
              <a:r>
                <a:rPr lang="en-US" altLang="zh-CN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Python+Nova</a:t>
              </a: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框架实现后端功能</a:t>
              </a:r>
            </a:p>
          </p:txBody>
        </p:sp>
        <p:sp>
          <p:nvSpPr>
            <p:cNvPr id="48" name="文本框 47"/>
            <p:cNvSpPr txBox="1"/>
            <p:nvPr>
              <p:custDataLst>
                <p:tags r:id="rId16"/>
              </p:custDataLst>
            </p:nvPr>
          </p:nvSpPr>
          <p:spPr>
            <a:xfrm>
              <a:off x="6591723" y="2214245"/>
              <a:ext cx="2705735" cy="13976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r>
                <a:rPr lang="zh-CN" altLang="en-US" dirty="0">
                  <a:sym typeface="思源黑体 CN Medium" panose="020B0600000000000000" pitchFamily="34" charset="-122"/>
                </a:rPr>
                <a:t>高效处理多端请求，对接</a:t>
              </a:r>
              <a:r>
                <a:rPr lang="en-US" altLang="zh-CN" dirty="0">
                  <a:sym typeface="思源黑体 CN Medium" panose="020B0600000000000000" pitchFamily="34" charset="-122"/>
                </a:rPr>
                <a:t>AI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模型和数据库，支持动态时间规划。动态时间模型服务，实现任务调度算法。</a:t>
              </a:r>
              <a:r>
                <a:rPr lang="en-US" altLang="zh-CN" dirty="0">
                  <a:sym typeface="思源黑体 CN Medium" panose="020B0600000000000000" pitchFamily="34" charset="-122"/>
                </a:rPr>
                <a:t> 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通过</a:t>
              </a:r>
              <a:r>
                <a:rPr lang="en-US" altLang="zh-CN" dirty="0">
                  <a:sym typeface="思源黑体 CN Medium" panose="020B0600000000000000" pitchFamily="34" charset="-122"/>
                </a:rPr>
                <a:t> Nova 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的模型服务</a:t>
              </a:r>
              <a:r>
                <a:rPr lang="en-US" altLang="zh-CN" dirty="0">
                  <a:sym typeface="思源黑体 CN Medium" panose="020B0600000000000000" pitchFamily="34" charset="-122"/>
                </a:rPr>
                <a:t> 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提供预测能力。</a:t>
              </a:r>
            </a:p>
          </p:txBody>
        </p:sp>
        <p:sp>
          <p:nvSpPr>
            <p:cNvPr id="50" name="矩形 3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696168" y="3754215"/>
              <a:ext cx="2743200" cy="553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just">
                <a:spcBef>
                  <a:spcPct val="0"/>
                </a:spcBef>
              </a:pP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数据获取模块：</a:t>
              </a:r>
            </a:p>
            <a:p>
              <a:pPr algn="just">
                <a:spcBef>
                  <a:spcPct val="0"/>
                </a:spcBef>
              </a:pPr>
              <a:r>
                <a:rPr lang="zh-CN" altLang="en-US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爬虫技术抓取教务系统课表</a:t>
              </a:r>
            </a:p>
          </p:txBody>
        </p:sp>
        <p:sp>
          <p:nvSpPr>
            <p:cNvPr id="51" name="文本框 50"/>
            <p:cNvSpPr txBox="1"/>
            <p:nvPr>
              <p:custDataLst>
                <p:tags r:id="rId18"/>
              </p:custDataLst>
            </p:nvPr>
          </p:nvSpPr>
          <p:spPr>
            <a:xfrm>
              <a:off x="6709198" y="4517390"/>
              <a:ext cx="2546985" cy="167703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r>
                <a:rPr lang="zh-CN" altLang="en-US" dirty="0">
                  <a:sym typeface="思源黑体 CN Medium" panose="020B0600000000000000" pitchFamily="34" charset="-122"/>
                </a:rPr>
                <a:t>从高校教务系统中自动抓取课表信息，并存储为结构化数据。鱼跃</a:t>
              </a:r>
              <a:r>
                <a:rPr lang="en-US" altLang="zh-CN" dirty="0">
                  <a:sym typeface="思源黑体 CN Medium" panose="020B0600000000000000" pitchFamily="34" charset="-122"/>
                </a:rPr>
                <a:t>ToDo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在数据库上的升级优化方案主要涉及从使用</a:t>
              </a:r>
              <a:r>
                <a:rPr lang="en-US" altLang="zh-CN" dirty="0">
                  <a:sym typeface="思源黑体 CN Medium" panose="020B0600000000000000" pitchFamily="34" charset="-122"/>
                </a:rPr>
                <a:t>SQL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服务器转向直接使用</a:t>
              </a:r>
              <a:r>
                <a:rPr lang="en-US" altLang="zh-CN" dirty="0">
                  <a:sym typeface="思源黑体 CN Medium" panose="020B0600000000000000" pitchFamily="34" charset="-122"/>
                </a:rPr>
                <a:t>JSON</a:t>
              </a:r>
              <a:r>
                <a:rPr lang="zh-CN" altLang="en-US" dirty="0">
                  <a:sym typeface="思源黑体 CN Medium" panose="020B0600000000000000" pitchFamily="34" charset="-122"/>
                </a:rPr>
                <a:t>格式存储数据，以提升系统性能和效率。。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2000">
        <p14:doors dir="vert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形"/>
          <p:cNvSpPr/>
          <p:nvPr/>
        </p:nvSpPr>
        <p:spPr>
          <a:xfrm flipH="1">
            <a:off x="1787738" y="2043262"/>
            <a:ext cx="8616523" cy="326781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ym typeface="思源黑体 CN Medium" panose="020B06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69701" y="2691753"/>
            <a:ext cx="4852610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8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黑体 CN Medium" panose="020B0600000000000000" pitchFamily="34" charset="-122"/>
              </a:rPr>
              <a:t>总结展望</a:t>
            </a:r>
          </a:p>
        </p:txBody>
      </p:sp>
      <p:sp>
        <p:nvSpPr>
          <p:cNvPr id="14" name="圆角矩形 33"/>
          <p:cNvSpPr/>
          <p:nvPr/>
        </p:nvSpPr>
        <p:spPr>
          <a:xfrm>
            <a:off x="4698331" y="1659416"/>
            <a:ext cx="2795339" cy="756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905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思源黑体 CN Medium" panose="020B0600000000000000" pitchFamily="34" charset="-122"/>
              </a:rPr>
              <a:t>PART 04</a:t>
            </a:r>
            <a:endParaRPr lang="zh-CN" altLang="en-US" sz="28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TextBox 17"/>
          <p:cNvSpPr txBox="1"/>
          <p:nvPr/>
        </p:nvSpPr>
        <p:spPr>
          <a:xfrm>
            <a:off x="3119211" y="4191979"/>
            <a:ext cx="5953579" cy="308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Roboto Light" charset="0"/>
                <a:sym typeface="思源黑体 CN Medium" panose="020B0600000000000000" pitchFamily="34" charset="-122"/>
              </a:rPr>
              <a:t>创新与展望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Roboto Light" charset="0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84132" y="6105018"/>
            <a:ext cx="3019346" cy="139114"/>
          </a:xfrm>
          <a:custGeom>
            <a:avLst/>
            <a:gdLst>
              <a:gd name="connsiteX0" fmla="*/ 2940907 w 3019346"/>
              <a:gd name="connsiteY0" fmla="*/ 0 h 139114"/>
              <a:gd name="connsiteX1" fmla="*/ 2964604 w 3019346"/>
              <a:gd name="connsiteY1" fmla="*/ 0 h 139114"/>
              <a:gd name="connsiteX2" fmla="*/ 2964604 w 3019346"/>
              <a:gd name="connsiteY2" fmla="*/ 58248 h 139114"/>
              <a:gd name="connsiteX3" fmla="*/ 3019346 w 3019346"/>
              <a:gd name="connsiteY3" fmla="*/ 58248 h 139114"/>
              <a:gd name="connsiteX4" fmla="*/ 3019346 w 3019346"/>
              <a:gd name="connsiteY4" fmla="*/ 80866 h 139114"/>
              <a:gd name="connsiteX5" fmla="*/ 2964604 w 3019346"/>
              <a:gd name="connsiteY5" fmla="*/ 80866 h 139114"/>
              <a:gd name="connsiteX6" fmla="*/ 2964604 w 3019346"/>
              <a:gd name="connsiteY6" fmla="*/ 139114 h 139114"/>
              <a:gd name="connsiteX7" fmla="*/ 2940907 w 3019346"/>
              <a:gd name="connsiteY7" fmla="*/ 139114 h 139114"/>
              <a:gd name="connsiteX8" fmla="*/ 2940907 w 3019346"/>
              <a:gd name="connsiteY8" fmla="*/ 80866 h 139114"/>
              <a:gd name="connsiteX9" fmla="*/ 2886164 w 3019346"/>
              <a:gd name="connsiteY9" fmla="*/ 80866 h 139114"/>
              <a:gd name="connsiteX10" fmla="*/ 2886164 w 3019346"/>
              <a:gd name="connsiteY10" fmla="*/ 58248 h 139114"/>
              <a:gd name="connsiteX11" fmla="*/ 2940907 w 3019346"/>
              <a:gd name="connsiteY11" fmla="*/ 58248 h 139114"/>
              <a:gd name="connsiteX12" fmla="*/ 2620222 w 3019346"/>
              <a:gd name="connsiteY12" fmla="*/ 0 h 139114"/>
              <a:gd name="connsiteX13" fmla="*/ 2643919 w 3019346"/>
              <a:gd name="connsiteY13" fmla="*/ 0 h 139114"/>
              <a:gd name="connsiteX14" fmla="*/ 2643919 w 3019346"/>
              <a:gd name="connsiteY14" fmla="*/ 58248 h 139114"/>
              <a:gd name="connsiteX15" fmla="*/ 2698661 w 3019346"/>
              <a:gd name="connsiteY15" fmla="*/ 58248 h 139114"/>
              <a:gd name="connsiteX16" fmla="*/ 2698661 w 3019346"/>
              <a:gd name="connsiteY16" fmla="*/ 80866 h 139114"/>
              <a:gd name="connsiteX17" fmla="*/ 2643919 w 3019346"/>
              <a:gd name="connsiteY17" fmla="*/ 80866 h 139114"/>
              <a:gd name="connsiteX18" fmla="*/ 2643919 w 3019346"/>
              <a:gd name="connsiteY18" fmla="*/ 139114 h 139114"/>
              <a:gd name="connsiteX19" fmla="*/ 2620222 w 3019346"/>
              <a:gd name="connsiteY19" fmla="*/ 139114 h 139114"/>
              <a:gd name="connsiteX20" fmla="*/ 2620222 w 3019346"/>
              <a:gd name="connsiteY20" fmla="*/ 80866 h 139114"/>
              <a:gd name="connsiteX21" fmla="*/ 2565479 w 3019346"/>
              <a:gd name="connsiteY21" fmla="*/ 80866 h 139114"/>
              <a:gd name="connsiteX22" fmla="*/ 2565479 w 3019346"/>
              <a:gd name="connsiteY22" fmla="*/ 58248 h 139114"/>
              <a:gd name="connsiteX23" fmla="*/ 2620222 w 3019346"/>
              <a:gd name="connsiteY23" fmla="*/ 58248 h 139114"/>
              <a:gd name="connsiteX24" fmla="*/ 2299536 w 3019346"/>
              <a:gd name="connsiteY24" fmla="*/ 0 h 139114"/>
              <a:gd name="connsiteX25" fmla="*/ 2323234 w 3019346"/>
              <a:gd name="connsiteY25" fmla="*/ 0 h 139114"/>
              <a:gd name="connsiteX26" fmla="*/ 2323234 w 3019346"/>
              <a:gd name="connsiteY26" fmla="*/ 58248 h 139114"/>
              <a:gd name="connsiteX27" fmla="*/ 2377976 w 3019346"/>
              <a:gd name="connsiteY27" fmla="*/ 58248 h 139114"/>
              <a:gd name="connsiteX28" fmla="*/ 2377976 w 3019346"/>
              <a:gd name="connsiteY28" fmla="*/ 80866 h 139114"/>
              <a:gd name="connsiteX29" fmla="*/ 2323234 w 3019346"/>
              <a:gd name="connsiteY29" fmla="*/ 80866 h 139114"/>
              <a:gd name="connsiteX30" fmla="*/ 2323234 w 3019346"/>
              <a:gd name="connsiteY30" fmla="*/ 139114 h 139114"/>
              <a:gd name="connsiteX31" fmla="*/ 2299536 w 3019346"/>
              <a:gd name="connsiteY31" fmla="*/ 139114 h 139114"/>
              <a:gd name="connsiteX32" fmla="*/ 2299536 w 3019346"/>
              <a:gd name="connsiteY32" fmla="*/ 80866 h 139114"/>
              <a:gd name="connsiteX33" fmla="*/ 2244794 w 3019346"/>
              <a:gd name="connsiteY33" fmla="*/ 80866 h 139114"/>
              <a:gd name="connsiteX34" fmla="*/ 2244794 w 3019346"/>
              <a:gd name="connsiteY34" fmla="*/ 58248 h 139114"/>
              <a:gd name="connsiteX35" fmla="*/ 2299536 w 3019346"/>
              <a:gd name="connsiteY35" fmla="*/ 58248 h 139114"/>
              <a:gd name="connsiteX36" fmla="*/ 1978853 w 3019346"/>
              <a:gd name="connsiteY36" fmla="*/ 0 h 139114"/>
              <a:gd name="connsiteX37" fmla="*/ 2002550 w 3019346"/>
              <a:gd name="connsiteY37" fmla="*/ 0 h 139114"/>
              <a:gd name="connsiteX38" fmla="*/ 2002550 w 3019346"/>
              <a:gd name="connsiteY38" fmla="*/ 58248 h 139114"/>
              <a:gd name="connsiteX39" fmla="*/ 2057292 w 3019346"/>
              <a:gd name="connsiteY39" fmla="*/ 58248 h 139114"/>
              <a:gd name="connsiteX40" fmla="*/ 2057292 w 3019346"/>
              <a:gd name="connsiteY40" fmla="*/ 80866 h 139114"/>
              <a:gd name="connsiteX41" fmla="*/ 2002550 w 3019346"/>
              <a:gd name="connsiteY41" fmla="*/ 80866 h 139114"/>
              <a:gd name="connsiteX42" fmla="*/ 2002550 w 3019346"/>
              <a:gd name="connsiteY42" fmla="*/ 139114 h 139114"/>
              <a:gd name="connsiteX43" fmla="*/ 1978853 w 3019346"/>
              <a:gd name="connsiteY43" fmla="*/ 139114 h 139114"/>
              <a:gd name="connsiteX44" fmla="*/ 1978853 w 3019346"/>
              <a:gd name="connsiteY44" fmla="*/ 80866 h 139114"/>
              <a:gd name="connsiteX45" fmla="*/ 1924111 w 3019346"/>
              <a:gd name="connsiteY45" fmla="*/ 80866 h 139114"/>
              <a:gd name="connsiteX46" fmla="*/ 1924111 w 3019346"/>
              <a:gd name="connsiteY46" fmla="*/ 58248 h 139114"/>
              <a:gd name="connsiteX47" fmla="*/ 1978853 w 3019346"/>
              <a:gd name="connsiteY47" fmla="*/ 58248 h 139114"/>
              <a:gd name="connsiteX48" fmla="*/ 1658167 w 3019346"/>
              <a:gd name="connsiteY48" fmla="*/ 0 h 139114"/>
              <a:gd name="connsiteX49" fmla="*/ 1681864 w 3019346"/>
              <a:gd name="connsiteY49" fmla="*/ 0 h 139114"/>
              <a:gd name="connsiteX50" fmla="*/ 1681864 w 3019346"/>
              <a:gd name="connsiteY50" fmla="*/ 58248 h 139114"/>
              <a:gd name="connsiteX51" fmla="*/ 1736606 w 3019346"/>
              <a:gd name="connsiteY51" fmla="*/ 58248 h 139114"/>
              <a:gd name="connsiteX52" fmla="*/ 1736606 w 3019346"/>
              <a:gd name="connsiteY52" fmla="*/ 80866 h 139114"/>
              <a:gd name="connsiteX53" fmla="*/ 1681864 w 3019346"/>
              <a:gd name="connsiteY53" fmla="*/ 80866 h 139114"/>
              <a:gd name="connsiteX54" fmla="*/ 1681864 w 3019346"/>
              <a:gd name="connsiteY54" fmla="*/ 139114 h 139114"/>
              <a:gd name="connsiteX55" fmla="*/ 1658167 w 3019346"/>
              <a:gd name="connsiteY55" fmla="*/ 139114 h 139114"/>
              <a:gd name="connsiteX56" fmla="*/ 1658167 w 3019346"/>
              <a:gd name="connsiteY56" fmla="*/ 80866 h 139114"/>
              <a:gd name="connsiteX57" fmla="*/ 1603424 w 3019346"/>
              <a:gd name="connsiteY57" fmla="*/ 80866 h 139114"/>
              <a:gd name="connsiteX58" fmla="*/ 1603424 w 3019346"/>
              <a:gd name="connsiteY58" fmla="*/ 58248 h 139114"/>
              <a:gd name="connsiteX59" fmla="*/ 1658167 w 3019346"/>
              <a:gd name="connsiteY59" fmla="*/ 58248 h 139114"/>
              <a:gd name="connsiteX60" fmla="*/ 1337482 w 3019346"/>
              <a:gd name="connsiteY60" fmla="*/ 0 h 139114"/>
              <a:gd name="connsiteX61" fmla="*/ 1361179 w 3019346"/>
              <a:gd name="connsiteY61" fmla="*/ 0 h 139114"/>
              <a:gd name="connsiteX62" fmla="*/ 1361179 w 3019346"/>
              <a:gd name="connsiteY62" fmla="*/ 58248 h 139114"/>
              <a:gd name="connsiteX63" fmla="*/ 1415922 w 3019346"/>
              <a:gd name="connsiteY63" fmla="*/ 58248 h 139114"/>
              <a:gd name="connsiteX64" fmla="*/ 1415922 w 3019346"/>
              <a:gd name="connsiteY64" fmla="*/ 80866 h 139114"/>
              <a:gd name="connsiteX65" fmla="*/ 1361179 w 3019346"/>
              <a:gd name="connsiteY65" fmla="*/ 80866 h 139114"/>
              <a:gd name="connsiteX66" fmla="*/ 1361179 w 3019346"/>
              <a:gd name="connsiteY66" fmla="*/ 139114 h 139114"/>
              <a:gd name="connsiteX67" fmla="*/ 1337482 w 3019346"/>
              <a:gd name="connsiteY67" fmla="*/ 139114 h 139114"/>
              <a:gd name="connsiteX68" fmla="*/ 1337482 w 3019346"/>
              <a:gd name="connsiteY68" fmla="*/ 80866 h 139114"/>
              <a:gd name="connsiteX69" fmla="*/ 1282740 w 3019346"/>
              <a:gd name="connsiteY69" fmla="*/ 80866 h 139114"/>
              <a:gd name="connsiteX70" fmla="*/ 1282740 w 3019346"/>
              <a:gd name="connsiteY70" fmla="*/ 58248 h 139114"/>
              <a:gd name="connsiteX71" fmla="*/ 1337482 w 3019346"/>
              <a:gd name="connsiteY71" fmla="*/ 58248 h 139114"/>
              <a:gd name="connsiteX72" fmla="*/ 1016798 w 3019346"/>
              <a:gd name="connsiteY72" fmla="*/ 0 h 139114"/>
              <a:gd name="connsiteX73" fmla="*/ 1040495 w 3019346"/>
              <a:gd name="connsiteY73" fmla="*/ 0 h 139114"/>
              <a:gd name="connsiteX74" fmla="*/ 1040495 w 3019346"/>
              <a:gd name="connsiteY74" fmla="*/ 58248 h 139114"/>
              <a:gd name="connsiteX75" fmla="*/ 1095237 w 3019346"/>
              <a:gd name="connsiteY75" fmla="*/ 58248 h 139114"/>
              <a:gd name="connsiteX76" fmla="*/ 1095237 w 3019346"/>
              <a:gd name="connsiteY76" fmla="*/ 80866 h 139114"/>
              <a:gd name="connsiteX77" fmla="*/ 1040495 w 3019346"/>
              <a:gd name="connsiteY77" fmla="*/ 80866 h 139114"/>
              <a:gd name="connsiteX78" fmla="*/ 1040495 w 3019346"/>
              <a:gd name="connsiteY78" fmla="*/ 139114 h 139114"/>
              <a:gd name="connsiteX79" fmla="*/ 1016798 w 3019346"/>
              <a:gd name="connsiteY79" fmla="*/ 139114 h 139114"/>
              <a:gd name="connsiteX80" fmla="*/ 1016798 w 3019346"/>
              <a:gd name="connsiteY80" fmla="*/ 80866 h 139114"/>
              <a:gd name="connsiteX81" fmla="*/ 962056 w 3019346"/>
              <a:gd name="connsiteY81" fmla="*/ 80866 h 139114"/>
              <a:gd name="connsiteX82" fmla="*/ 962056 w 3019346"/>
              <a:gd name="connsiteY82" fmla="*/ 58248 h 139114"/>
              <a:gd name="connsiteX83" fmla="*/ 1016798 w 3019346"/>
              <a:gd name="connsiteY83" fmla="*/ 58248 h 139114"/>
              <a:gd name="connsiteX84" fmla="*/ 696112 w 3019346"/>
              <a:gd name="connsiteY84" fmla="*/ 0 h 139114"/>
              <a:gd name="connsiteX85" fmla="*/ 719809 w 3019346"/>
              <a:gd name="connsiteY85" fmla="*/ 0 h 139114"/>
              <a:gd name="connsiteX86" fmla="*/ 719809 w 3019346"/>
              <a:gd name="connsiteY86" fmla="*/ 58248 h 139114"/>
              <a:gd name="connsiteX87" fmla="*/ 774552 w 3019346"/>
              <a:gd name="connsiteY87" fmla="*/ 58248 h 139114"/>
              <a:gd name="connsiteX88" fmla="*/ 774552 w 3019346"/>
              <a:gd name="connsiteY88" fmla="*/ 80866 h 139114"/>
              <a:gd name="connsiteX89" fmla="*/ 719809 w 3019346"/>
              <a:gd name="connsiteY89" fmla="*/ 80866 h 139114"/>
              <a:gd name="connsiteX90" fmla="*/ 719809 w 3019346"/>
              <a:gd name="connsiteY90" fmla="*/ 139114 h 139114"/>
              <a:gd name="connsiteX91" fmla="*/ 696112 w 3019346"/>
              <a:gd name="connsiteY91" fmla="*/ 139114 h 139114"/>
              <a:gd name="connsiteX92" fmla="*/ 696112 w 3019346"/>
              <a:gd name="connsiteY92" fmla="*/ 80866 h 139114"/>
              <a:gd name="connsiteX93" fmla="*/ 641370 w 3019346"/>
              <a:gd name="connsiteY93" fmla="*/ 80866 h 139114"/>
              <a:gd name="connsiteX94" fmla="*/ 641370 w 3019346"/>
              <a:gd name="connsiteY94" fmla="*/ 58248 h 139114"/>
              <a:gd name="connsiteX95" fmla="*/ 696112 w 3019346"/>
              <a:gd name="connsiteY95" fmla="*/ 58248 h 139114"/>
              <a:gd name="connsiteX96" fmla="*/ 375427 w 3019346"/>
              <a:gd name="connsiteY96" fmla="*/ 0 h 139114"/>
              <a:gd name="connsiteX97" fmla="*/ 399125 w 3019346"/>
              <a:gd name="connsiteY97" fmla="*/ 0 h 139114"/>
              <a:gd name="connsiteX98" fmla="*/ 399125 w 3019346"/>
              <a:gd name="connsiteY98" fmla="*/ 58248 h 139114"/>
              <a:gd name="connsiteX99" fmla="*/ 453867 w 3019346"/>
              <a:gd name="connsiteY99" fmla="*/ 58248 h 139114"/>
              <a:gd name="connsiteX100" fmla="*/ 453867 w 3019346"/>
              <a:gd name="connsiteY100" fmla="*/ 80866 h 139114"/>
              <a:gd name="connsiteX101" fmla="*/ 399125 w 3019346"/>
              <a:gd name="connsiteY101" fmla="*/ 80866 h 139114"/>
              <a:gd name="connsiteX102" fmla="*/ 399125 w 3019346"/>
              <a:gd name="connsiteY102" fmla="*/ 139114 h 139114"/>
              <a:gd name="connsiteX103" fmla="*/ 375427 w 3019346"/>
              <a:gd name="connsiteY103" fmla="*/ 139114 h 139114"/>
              <a:gd name="connsiteX104" fmla="*/ 375427 w 3019346"/>
              <a:gd name="connsiteY104" fmla="*/ 80866 h 139114"/>
              <a:gd name="connsiteX105" fmla="*/ 320685 w 3019346"/>
              <a:gd name="connsiteY105" fmla="*/ 80866 h 139114"/>
              <a:gd name="connsiteX106" fmla="*/ 320685 w 3019346"/>
              <a:gd name="connsiteY106" fmla="*/ 58248 h 139114"/>
              <a:gd name="connsiteX107" fmla="*/ 375427 w 3019346"/>
              <a:gd name="connsiteY107" fmla="*/ 58248 h 139114"/>
              <a:gd name="connsiteX108" fmla="*/ 54742 w 3019346"/>
              <a:gd name="connsiteY108" fmla="*/ 0 h 139114"/>
              <a:gd name="connsiteX109" fmla="*/ 78440 w 3019346"/>
              <a:gd name="connsiteY109" fmla="*/ 0 h 139114"/>
              <a:gd name="connsiteX110" fmla="*/ 78440 w 3019346"/>
              <a:gd name="connsiteY110" fmla="*/ 58248 h 139114"/>
              <a:gd name="connsiteX111" fmla="*/ 133182 w 3019346"/>
              <a:gd name="connsiteY111" fmla="*/ 58248 h 139114"/>
              <a:gd name="connsiteX112" fmla="*/ 133182 w 3019346"/>
              <a:gd name="connsiteY112" fmla="*/ 80866 h 139114"/>
              <a:gd name="connsiteX113" fmla="*/ 78440 w 3019346"/>
              <a:gd name="connsiteY113" fmla="*/ 80866 h 139114"/>
              <a:gd name="connsiteX114" fmla="*/ 78440 w 3019346"/>
              <a:gd name="connsiteY114" fmla="*/ 139114 h 139114"/>
              <a:gd name="connsiteX115" fmla="*/ 54742 w 3019346"/>
              <a:gd name="connsiteY115" fmla="*/ 139114 h 139114"/>
              <a:gd name="connsiteX116" fmla="*/ 54742 w 3019346"/>
              <a:gd name="connsiteY116" fmla="*/ 80866 h 139114"/>
              <a:gd name="connsiteX117" fmla="*/ 0 w 3019346"/>
              <a:gd name="connsiteY117" fmla="*/ 80866 h 139114"/>
              <a:gd name="connsiteX118" fmla="*/ 0 w 3019346"/>
              <a:gd name="connsiteY118" fmla="*/ 58248 h 139114"/>
              <a:gd name="connsiteX119" fmla="*/ 54742 w 3019346"/>
              <a:gd name="connsiteY119" fmla="*/ 58248 h 139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3019346" h="139114">
                <a:moveTo>
                  <a:pt x="2940907" y="0"/>
                </a:moveTo>
                <a:lnTo>
                  <a:pt x="2964604" y="0"/>
                </a:lnTo>
                <a:lnTo>
                  <a:pt x="2964604" y="58248"/>
                </a:lnTo>
                <a:lnTo>
                  <a:pt x="3019346" y="58248"/>
                </a:lnTo>
                <a:lnTo>
                  <a:pt x="3019346" y="80866"/>
                </a:lnTo>
                <a:lnTo>
                  <a:pt x="2964604" y="80866"/>
                </a:lnTo>
                <a:lnTo>
                  <a:pt x="2964604" y="139114"/>
                </a:lnTo>
                <a:lnTo>
                  <a:pt x="2940907" y="139114"/>
                </a:lnTo>
                <a:lnTo>
                  <a:pt x="2940907" y="80866"/>
                </a:lnTo>
                <a:lnTo>
                  <a:pt x="2886164" y="80866"/>
                </a:lnTo>
                <a:lnTo>
                  <a:pt x="2886164" y="58248"/>
                </a:lnTo>
                <a:lnTo>
                  <a:pt x="2940907" y="58248"/>
                </a:lnTo>
                <a:close/>
                <a:moveTo>
                  <a:pt x="2620222" y="0"/>
                </a:moveTo>
                <a:lnTo>
                  <a:pt x="2643919" y="0"/>
                </a:lnTo>
                <a:lnTo>
                  <a:pt x="2643919" y="58248"/>
                </a:lnTo>
                <a:lnTo>
                  <a:pt x="2698661" y="58248"/>
                </a:lnTo>
                <a:lnTo>
                  <a:pt x="2698661" y="80866"/>
                </a:lnTo>
                <a:lnTo>
                  <a:pt x="2643919" y="80866"/>
                </a:lnTo>
                <a:lnTo>
                  <a:pt x="2643919" y="139114"/>
                </a:lnTo>
                <a:lnTo>
                  <a:pt x="2620222" y="139114"/>
                </a:lnTo>
                <a:lnTo>
                  <a:pt x="2620222" y="80866"/>
                </a:lnTo>
                <a:lnTo>
                  <a:pt x="2565479" y="80866"/>
                </a:lnTo>
                <a:lnTo>
                  <a:pt x="2565479" y="58248"/>
                </a:lnTo>
                <a:lnTo>
                  <a:pt x="2620222" y="58248"/>
                </a:lnTo>
                <a:close/>
                <a:moveTo>
                  <a:pt x="2299536" y="0"/>
                </a:moveTo>
                <a:lnTo>
                  <a:pt x="2323234" y="0"/>
                </a:lnTo>
                <a:lnTo>
                  <a:pt x="2323234" y="58248"/>
                </a:lnTo>
                <a:lnTo>
                  <a:pt x="2377976" y="58248"/>
                </a:lnTo>
                <a:lnTo>
                  <a:pt x="2377976" y="80866"/>
                </a:lnTo>
                <a:lnTo>
                  <a:pt x="2323234" y="80866"/>
                </a:lnTo>
                <a:lnTo>
                  <a:pt x="2323234" y="139114"/>
                </a:lnTo>
                <a:lnTo>
                  <a:pt x="2299536" y="139114"/>
                </a:lnTo>
                <a:lnTo>
                  <a:pt x="2299536" y="80866"/>
                </a:lnTo>
                <a:lnTo>
                  <a:pt x="2244794" y="80866"/>
                </a:lnTo>
                <a:lnTo>
                  <a:pt x="2244794" y="58248"/>
                </a:lnTo>
                <a:lnTo>
                  <a:pt x="2299536" y="58248"/>
                </a:lnTo>
                <a:close/>
                <a:moveTo>
                  <a:pt x="1978853" y="0"/>
                </a:moveTo>
                <a:lnTo>
                  <a:pt x="2002550" y="0"/>
                </a:lnTo>
                <a:lnTo>
                  <a:pt x="2002550" y="58248"/>
                </a:lnTo>
                <a:lnTo>
                  <a:pt x="2057292" y="58248"/>
                </a:lnTo>
                <a:lnTo>
                  <a:pt x="2057292" y="80866"/>
                </a:lnTo>
                <a:lnTo>
                  <a:pt x="2002550" y="80866"/>
                </a:lnTo>
                <a:lnTo>
                  <a:pt x="2002550" y="139114"/>
                </a:lnTo>
                <a:lnTo>
                  <a:pt x="1978853" y="139114"/>
                </a:lnTo>
                <a:lnTo>
                  <a:pt x="1978853" y="80866"/>
                </a:lnTo>
                <a:lnTo>
                  <a:pt x="1924111" y="80866"/>
                </a:lnTo>
                <a:lnTo>
                  <a:pt x="1924111" y="58248"/>
                </a:lnTo>
                <a:lnTo>
                  <a:pt x="1978853" y="58248"/>
                </a:lnTo>
                <a:close/>
                <a:moveTo>
                  <a:pt x="1658167" y="0"/>
                </a:moveTo>
                <a:lnTo>
                  <a:pt x="1681864" y="0"/>
                </a:lnTo>
                <a:lnTo>
                  <a:pt x="1681864" y="58248"/>
                </a:lnTo>
                <a:lnTo>
                  <a:pt x="1736606" y="58248"/>
                </a:lnTo>
                <a:lnTo>
                  <a:pt x="1736606" y="80866"/>
                </a:lnTo>
                <a:lnTo>
                  <a:pt x="1681864" y="80866"/>
                </a:lnTo>
                <a:lnTo>
                  <a:pt x="1681864" y="139114"/>
                </a:lnTo>
                <a:lnTo>
                  <a:pt x="1658167" y="139114"/>
                </a:lnTo>
                <a:lnTo>
                  <a:pt x="1658167" y="80866"/>
                </a:lnTo>
                <a:lnTo>
                  <a:pt x="1603424" y="80866"/>
                </a:lnTo>
                <a:lnTo>
                  <a:pt x="1603424" y="58248"/>
                </a:lnTo>
                <a:lnTo>
                  <a:pt x="1658167" y="58248"/>
                </a:lnTo>
                <a:close/>
                <a:moveTo>
                  <a:pt x="1337482" y="0"/>
                </a:moveTo>
                <a:lnTo>
                  <a:pt x="1361179" y="0"/>
                </a:lnTo>
                <a:lnTo>
                  <a:pt x="1361179" y="58248"/>
                </a:lnTo>
                <a:lnTo>
                  <a:pt x="1415922" y="58248"/>
                </a:lnTo>
                <a:lnTo>
                  <a:pt x="1415922" y="80866"/>
                </a:lnTo>
                <a:lnTo>
                  <a:pt x="1361179" y="80866"/>
                </a:lnTo>
                <a:lnTo>
                  <a:pt x="1361179" y="139114"/>
                </a:lnTo>
                <a:lnTo>
                  <a:pt x="1337482" y="139114"/>
                </a:lnTo>
                <a:lnTo>
                  <a:pt x="1337482" y="80866"/>
                </a:lnTo>
                <a:lnTo>
                  <a:pt x="1282740" y="80866"/>
                </a:lnTo>
                <a:lnTo>
                  <a:pt x="1282740" y="58248"/>
                </a:lnTo>
                <a:lnTo>
                  <a:pt x="1337482" y="58248"/>
                </a:lnTo>
                <a:close/>
                <a:moveTo>
                  <a:pt x="1016798" y="0"/>
                </a:moveTo>
                <a:lnTo>
                  <a:pt x="1040495" y="0"/>
                </a:lnTo>
                <a:lnTo>
                  <a:pt x="1040495" y="58248"/>
                </a:lnTo>
                <a:lnTo>
                  <a:pt x="1095237" y="58248"/>
                </a:lnTo>
                <a:lnTo>
                  <a:pt x="1095237" y="80866"/>
                </a:lnTo>
                <a:lnTo>
                  <a:pt x="1040495" y="80866"/>
                </a:lnTo>
                <a:lnTo>
                  <a:pt x="1040495" y="139114"/>
                </a:lnTo>
                <a:lnTo>
                  <a:pt x="1016798" y="139114"/>
                </a:lnTo>
                <a:lnTo>
                  <a:pt x="1016798" y="80866"/>
                </a:lnTo>
                <a:lnTo>
                  <a:pt x="962056" y="80866"/>
                </a:lnTo>
                <a:lnTo>
                  <a:pt x="962056" y="58248"/>
                </a:lnTo>
                <a:lnTo>
                  <a:pt x="1016798" y="58248"/>
                </a:lnTo>
                <a:close/>
                <a:moveTo>
                  <a:pt x="696112" y="0"/>
                </a:moveTo>
                <a:lnTo>
                  <a:pt x="719809" y="0"/>
                </a:lnTo>
                <a:lnTo>
                  <a:pt x="719809" y="58248"/>
                </a:lnTo>
                <a:lnTo>
                  <a:pt x="774552" y="58248"/>
                </a:lnTo>
                <a:lnTo>
                  <a:pt x="774552" y="80866"/>
                </a:lnTo>
                <a:lnTo>
                  <a:pt x="719809" y="80866"/>
                </a:lnTo>
                <a:lnTo>
                  <a:pt x="719809" y="139114"/>
                </a:lnTo>
                <a:lnTo>
                  <a:pt x="696112" y="139114"/>
                </a:lnTo>
                <a:lnTo>
                  <a:pt x="696112" y="80866"/>
                </a:lnTo>
                <a:lnTo>
                  <a:pt x="641370" y="80866"/>
                </a:lnTo>
                <a:lnTo>
                  <a:pt x="641370" y="58248"/>
                </a:lnTo>
                <a:lnTo>
                  <a:pt x="696112" y="58248"/>
                </a:lnTo>
                <a:close/>
                <a:moveTo>
                  <a:pt x="375427" y="0"/>
                </a:moveTo>
                <a:lnTo>
                  <a:pt x="399125" y="0"/>
                </a:lnTo>
                <a:lnTo>
                  <a:pt x="399125" y="58248"/>
                </a:lnTo>
                <a:lnTo>
                  <a:pt x="453867" y="58248"/>
                </a:lnTo>
                <a:lnTo>
                  <a:pt x="453867" y="80866"/>
                </a:lnTo>
                <a:lnTo>
                  <a:pt x="399125" y="80866"/>
                </a:lnTo>
                <a:lnTo>
                  <a:pt x="399125" y="139114"/>
                </a:lnTo>
                <a:lnTo>
                  <a:pt x="375427" y="139114"/>
                </a:lnTo>
                <a:lnTo>
                  <a:pt x="375427" y="80866"/>
                </a:lnTo>
                <a:lnTo>
                  <a:pt x="320685" y="80866"/>
                </a:lnTo>
                <a:lnTo>
                  <a:pt x="320685" y="58248"/>
                </a:lnTo>
                <a:lnTo>
                  <a:pt x="375427" y="58248"/>
                </a:lnTo>
                <a:close/>
                <a:moveTo>
                  <a:pt x="54742" y="0"/>
                </a:moveTo>
                <a:lnTo>
                  <a:pt x="78440" y="0"/>
                </a:lnTo>
                <a:lnTo>
                  <a:pt x="78440" y="58248"/>
                </a:lnTo>
                <a:lnTo>
                  <a:pt x="133182" y="58248"/>
                </a:lnTo>
                <a:lnTo>
                  <a:pt x="133182" y="80866"/>
                </a:lnTo>
                <a:lnTo>
                  <a:pt x="78440" y="80866"/>
                </a:lnTo>
                <a:lnTo>
                  <a:pt x="78440" y="139114"/>
                </a:lnTo>
                <a:lnTo>
                  <a:pt x="54742" y="139114"/>
                </a:lnTo>
                <a:lnTo>
                  <a:pt x="54742" y="80866"/>
                </a:lnTo>
                <a:lnTo>
                  <a:pt x="0" y="80866"/>
                </a:lnTo>
                <a:lnTo>
                  <a:pt x="0" y="58248"/>
                </a:lnTo>
                <a:lnTo>
                  <a:pt x="54742" y="582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28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642962" y="4889867"/>
            <a:ext cx="781143" cy="754259"/>
          </a:xfrm>
          <a:prstGeom prst="ellipse">
            <a:avLst/>
          </a:prstGeom>
          <a:gradFill>
            <a:gsLst>
              <a:gs pos="0">
                <a:schemeClr val="accent1"/>
              </a:gs>
              <a:gs pos="7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87738" y="625402"/>
            <a:ext cx="3921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POSans L" panose="00020600040101010101" pitchFamily="18" charset="-122"/>
                <a:sym typeface="思源黑体 CN Medium" panose="020B0600000000000000" pitchFamily="34" charset="-122"/>
              </a:rPr>
              <a:t>人工智能语言模型</a:t>
            </a:r>
          </a:p>
        </p:txBody>
      </p:sp>
      <p:sp>
        <p:nvSpPr>
          <p:cNvPr id="19" name="圆: 空心 18"/>
          <p:cNvSpPr/>
          <p:nvPr/>
        </p:nvSpPr>
        <p:spPr>
          <a:xfrm>
            <a:off x="-925930" y="-976025"/>
            <a:ext cx="2373451" cy="2373451"/>
          </a:xfrm>
          <a:prstGeom prst="don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434361" y="6036076"/>
            <a:ext cx="2498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 err="1">
                <a:solidFill>
                  <a:schemeClr val="bg1"/>
                </a:solidFill>
              </a:rPr>
              <a:t>edusphere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1" name="任意多边形: 形状 20"/>
          <p:cNvSpPr/>
          <p:nvPr/>
        </p:nvSpPr>
        <p:spPr>
          <a:xfrm rot="16200000">
            <a:off x="765208" y="5385064"/>
            <a:ext cx="479377" cy="986847"/>
          </a:xfrm>
          <a:custGeom>
            <a:avLst/>
            <a:gdLst>
              <a:gd name="connsiteX0" fmla="*/ 452944 w 477264"/>
              <a:gd name="connsiteY0" fmla="*/ 933858 h 982498"/>
              <a:gd name="connsiteX1" fmla="*/ 477264 w 477264"/>
              <a:gd name="connsiteY1" fmla="*/ 958178 h 982498"/>
              <a:gd name="connsiteX2" fmla="*/ 452944 w 477264"/>
              <a:gd name="connsiteY2" fmla="*/ 982498 h 982498"/>
              <a:gd name="connsiteX3" fmla="*/ 428624 w 477264"/>
              <a:gd name="connsiteY3" fmla="*/ 958178 h 982498"/>
              <a:gd name="connsiteX4" fmla="*/ 452944 w 477264"/>
              <a:gd name="connsiteY4" fmla="*/ 933858 h 982498"/>
              <a:gd name="connsiteX5" fmla="*/ 345788 w 477264"/>
              <a:gd name="connsiteY5" fmla="*/ 933858 h 982498"/>
              <a:gd name="connsiteX6" fmla="*/ 370108 w 477264"/>
              <a:gd name="connsiteY6" fmla="*/ 958178 h 982498"/>
              <a:gd name="connsiteX7" fmla="*/ 345788 w 477264"/>
              <a:gd name="connsiteY7" fmla="*/ 982498 h 982498"/>
              <a:gd name="connsiteX8" fmla="*/ 321468 w 477264"/>
              <a:gd name="connsiteY8" fmla="*/ 958178 h 982498"/>
              <a:gd name="connsiteX9" fmla="*/ 345788 w 477264"/>
              <a:gd name="connsiteY9" fmla="*/ 933858 h 982498"/>
              <a:gd name="connsiteX10" fmla="*/ 238632 w 477264"/>
              <a:gd name="connsiteY10" fmla="*/ 933858 h 982498"/>
              <a:gd name="connsiteX11" fmla="*/ 262952 w 477264"/>
              <a:gd name="connsiteY11" fmla="*/ 958178 h 982498"/>
              <a:gd name="connsiteX12" fmla="*/ 238632 w 477264"/>
              <a:gd name="connsiteY12" fmla="*/ 982498 h 982498"/>
              <a:gd name="connsiteX13" fmla="*/ 214312 w 477264"/>
              <a:gd name="connsiteY13" fmla="*/ 958178 h 982498"/>
              <a:gd name="connsiteX14" fmla="*/ 238632 w 477264"/>
              <a:gd name="connsiteY14" fmla="*/ 933858 h 982498"/>
              <a:gd name="connsiteX15" fmla="*/ 131476 w 477264"/>
              <a:gd name="connsiteY15" fmla="*/ 933858 h 982498"/>
              <a:gd name="connsiteX16" fmla="*/ 155796 w 477264"/>
              <a:gd name="connsiteY16" fmla="*/ 958178 h 982498"/>
              <a:gd name="connsiteX17" fmla="*/ 131476 w 477264"/>
              <a:gd name="connsiteY17" fmla="*/ 982498 h 982498"/>
              <a:gd name="connsiteX18" fmla="*/ 107156 w 477264"/>
              <a:gd name="connsiteY18" fmla="*/ 958178 h 982498"/>
              <a:gd name="connsiteX19" fmla="*/ 131476 w 477264"/>
              <a:gd name="connsiteY19" fmla="*/ 933858 h 982498"/>
              <a:gd name="connsiteX20" fmla="*/ 24320 w 477264"/>
              <a:gd name="connsiteY20" fmla="*/ 933858 h 982498"/>
              <a:gd name="connsiteX21" fmla="*/ 48640 w 477264"/>
              <a:gd name="connsiteY21" fmla="*/ 958178 h 982498"/>
              <a:gd name="connsiteX22" fmla="*/ 24320 w 477264"/>
              <a:gd name="connsiteY22" fmla="*/ 982498 h 982498"/>
              <a:gd name="connsiteX23" fmla="*/ 0 w 477264"/>
              <a:gd name="connsiteY23" fmla="*/ 958178 h 982498"/>
              <a:gd name="connsiteX24" fmla="*/ 24320 w 477264"/>
              <a:gd name="connsiteY24" fmla="*/ 933858 h 982498"/>
              <a:gd name="connsiteX25" fmla="*/ 452944 w 477264"/>
              <a:gd name="connsiteY25" fmla="*/ 778215 h 982498"/>
              <a:gd name="connsiteX26" fmla="*/ 477264 w 477264"/>
              <a:gd name="connsiteY26" fmla="*/ 802535 h 982498"/>
              <a:gd name="connsiteX27" fmla="*/ 452944 w 477264"/>
              <a:gd name="connsiteY27" fmla="*/ 826855 h 982498"/>
              <a:gd name="connsiteX28" fmla="*/ 428624 w 477264"/>
              <a:gd name="connsiteY28" fmla="*/ 802535 h 982498"/>
              <a:gd name="connsiteX29" fmla="*/ 452944 w 477264"/>
              <a:gd name="connsiteY29" fmla="*/ 778215 h 982498"/>
              <a:gd name="connsiteX30" fmla="*/ 345788 w 477264"/>
              <a:gd name="connsiteY30" fmla="*/ 778215 h 982498"/>
              <a:gd name="connsiteX31" fmla="*/ 370108 w 477264"/>
              <a:gd name="connsiteY31" fmla="*/ 802535 h 982498"/>
              <a:gd name="connsiteX32" fmla="*/ 345788 w 477264"/>
              <a:gd name="connsiteY32" fmla="*/ 826855 h 982498"/>
              <a:gd name="connsiteX33" fmla="*/ 321468 w 477264"/>
              <a:gd name="connsiteY33" fmla="*/ 802535 h 982498"/>
              <a:gd name="connsiteX34" fmla="*/ 345788 w 477264"/>
              <a:gd name="connsiteY34" fmla="*/ 778215 h 982498"/>
              <a:gd name="connsiteX35" fmla="*/ 238632 w 477264"/>
              <a:gd name="connsiteY35" fmla="*/ 778215 h 982498"/>
              <a:gd name="connsiteX36" fmla="*/ 262952 w 477264"/>
              <a:gd name="connsiteY36" fmla="*/ 802535 h 982498"/>
              <a:gd name="connsiteX37" fmla="*/ 238632 w 477264"/>
              <a:gd name="connsiteY37" fmla="*/ 826855 h 982498"/>
              <a:gd name="connsiteX38" fmla="*/ 214312 w 477264"/>
              <a:gd name="connsiteY38" fmla="*/ 802535 h 982498"/>
              <a:gd name="connsiteX39" fmla="*/ 238632 w 477264"/>
              <a:gd name="connsiteY39" fmla="*/ 778215 h 982498"/>
              <a:gd name="connsiteX40" fmla="*/ 131476 w 477264"/>
              <a:gd name="connsiteY40" fmla="*/ 778215 h 982498"/>
              <a:gd name="connsiteX41" fmla="*/ 155796 w 477264"/>
              <a:gd name="connsiteY41" fmla="*/ 802535 h 982498"/>
              <a:gd name="connsiteX42" fmla="*/ 131476 w 477264"/>
              <a:gd name="connsiteY42" fmla="*/ 826855 h 982498"/>
              <a:gd name="connsiteX43" fmla="*/ 107156 w 477264"/>
              <a:gd name="connsiteY43" fmla="*/ 802535 h 982498"/>
              <a:gd name="connsiteX44" fmla="*/ 131476 w 477264"/>
              <a:gd name="connsiteY44" fmla="*/ 778215 h 982498"/>
              <a:gd name="connsiteX45" fmla="*/ 24320 w 477264"/>
              <a:gd name="connsiteY45" fmla="*/ 778215 h 982498"/>
              <a:gd name="connsiteX46" fmla="*/ 48640 w 477264"/>
              <a:gd name="connsiteY46" fmla="*/ 802535 h 982498"/>
              <a:gd name="connsiteX47" fmla="*/ 24320 w 477264"/>
              <a:gd name="connsiteY47" fmla="*/ 826855 h 982498"/>
              <a:gd name="connsiteX48" fmla="*/ 0 w 477264"/>
              <a:gd name="connsiteY48" fmla="*/ 802535 h 982498"/>
              <a:gd name="connsiteX49" fmla="*/ 24320 w 477264"/>
              <a:gd name="connsiteY49" fmla="*/ 778215 h 982498"/>
              <a:gd name="connsiteX50" fmla="*/ 452944 w 477264"/>
              <a:gd name="connsiteY50" fmla="*/ 622572 h 982498"/>
              <a:gd name="connsiteX51" fmla="*/ 477264 w 477264"/>
              <a:gd name="connsiteY51" fmla="*/ 646892 h 982498"/>
              <a:gd name="connsiteX52" fmla="*/ 452944 w 477264"/>
              <a:gd name="connsiteY52" fmla="*/ 671212 h 982498"/>
              <a:gd name="connsiteX53" fmla="*/ 428624 w 477264"/>
              <a:gd name="connsiteY53" fmla="*/ 646892 h 982498"/>
              <a:gd name="connsiteX54" fmla="*/ 452944 w 477264"/>
              <a:gd name="connsiteY54" fmla="*/ 622572 h 982498"/>
              <a:gd name="connsiteX55" fmla="*/ 345788 w 477264"/>
              <a:gd name="connsiteY55" fmla="*/ 622572 h 982498"/>
              <a:gd name="connsiteX56" fmla="*/ 370108 w 477264"/>
              <a:gd name="connsiteY56" fmla="*/ 646892 h 982498"/>
              <a:gd name="connsiteX57" fmla="*/ 345788 w 477264"/>
              <a:gd name="connsiteY57" fmla="*/ 671212 h 982498"/>
              <a:gd name="connsiteX58" fmla="*/ 321468 w 477264"/>
              <a:gd name="connsiteY58" fmla="*/ 646892 h 982498"/>
              <a:gd name="connsiteX59" fmla="*/ 345788 w 477264"/>
              <a:gd name="connsiteY59" fmla="*/ 622572 h 982498"/>
              <a:gd name="connsiteX60" fmla="*/ 238632 w 477264"/>
              <a:gd name="connsiteY60" fmla="*/ 622572 h 982498"/>
              <a:gd name="connsiteX61" fmla="*/ 262952 w 477264"/>
              <a:gd name="connsiteY61" fmla="*/ 646892 h 982498"/>
              <a:gd name="connsiteX62" fmla="*/ 238632 w 477264"/>
              <a:gd name="connsiteY62" fmla="*/ 671212 h 982498"/>
              <a:gd name="connsiteX63" fmla="*/ 214312 w 477264"/>
              <a:gd name="connsiteY63" fmla="*/ 646892 h 982498"/>
              <a:gd name="connsiteX64" fmla="*/ 238632 w 477264"/>
              <a:gd name="connsiteY64" fmla="*/ 622572 h 982498"/>
              <a:gd name="connsiteX65" fmla="*/ 131476 w 477264"/>
              <a:gd name="connsiteY65" fmla="*/ 622572 h 982498"/>
              <a:gd name="connsiteX66" fmla="*/ 155796 w 477264"/>
              <a:gd name="connsiteY66" fmla="*/ 646892 h 982498"/>
              <a:gd name="connsiteX67" fmla="*/ 131476 w 477264"/>
              <a:gd name="connsiteY67" fmla="*/ 671212 h 982498"/>
              <a:gd name="connsiteX68" fmla="*/ 107156 w 477264"/>
              <a:gd name="connsiteY68" fmla="*/ 646892 h 982498"/>
              <a:gd name="connsiteX69" fmla="*/ 131476 w 477264"/>
              <a:gd name="connsiteY69" fmla="*/ 622572 h 982498"/>
              <a:gd name="connsiteX70" fmla="*/ 24320 w 477264"/>
              <a:gd name="connsiteY70" fmla="*/ 622572 h 982498"/>
              <a:gd name="connsiteX71" fmla="*/ 48640 w 477264"/>
              <a:gd name="connsiteY71" fmla="*/ 646892 h 982498"/>
              <a:gd name="connsiteX72" fmla="*/ 24320 w 477264"/>
              <a:gd name="connsiteY72" fmla="*/ 671212 h 982498"/>
              <a:gd name="connsiteX73" fmla="*/ 0 w 477264"/>
              <a:gd name="connsiteY73" fmla="*/ 646892 h 982498"/>
              <a:gd name="connsiteX74" fmla="*/ 24320 w 477264"/>
              <a:gd name="connsiteY74" fmla="*/ 622572 h 982498"/>
              <a:gd name="connsiteX75" fmla="*/ 24320 w 477264"/>
              <a:gd name="connsiteY75" fmla="*/ 466929 h 982498"/>
              <a:gd name="connsiteX76" fmla="*/ 48640 w 477264"/>
              <a:gd name="connsiteY76" fmla="*/ 491249 h 982498"/>
              <a:gd name="connsiteX77" fmla="*/ 24320 w 477264"/>
              <a:gd name="connsiteY77" fmla="*/ 515569 h 982498"/>
              <a:gd name="connsiteX78" fmla="*/ 0 w 477264"/>
              <a:gd name="connsiteY78" fmla="*/ 491249 h 982498"/>
              <a:gd name="connsiteX79" fmla="*/ 24320 w 477264"/>
              <a:gd name="connsiteY79" fmla="*/ 466929 h 982498"/>
              <a:gd name="connsiteX80" fmla="*/ 131476 w 477264"/>
              <a:gd name="connsiteY80" fmla="*/ 466929 h 982498"/>
              <a:gd name="connsiteX81" fmla="*/ 155796 w 477264"/>
              <a:gd name="connsiteY81" fmla="*/ 491249 h 982498"/>
              <a:gd name="connsiteX82" fmla="*/ 131476 w 477264"/>
              <a:gd name="connsiteY82" fmla="*/ 515569 h 982498"/>
              <a:gd name="connsiteX83" fmla="*/ 107156 w 477264"/>
              <a:gd name="connsiteY83" fmla="*/ 491249 h 982498"/>
              <a:gd name="connsiteX84" fmla="*/ 131476 w 477264"/>
              <a:gd name="connsiteY84" fmla="*/ 466929 h 982498"/>
              <a:gd name="connsiteX85" fmla="*/ 238632 w 477264"/>
              <a:gd name="connsiteY85" fmla="*/ 466929 h 982498"/>
              <a:gd name="connsiteX86" fmla="*/ 262952 w 477264"/>
              <a:gd name="connsiteY86" fmla="*/ 491249 h 982498"/>
              <a:gd name="connsiteX87" fmla="*/ 238632 w 477264"/>
              <a:gd name="connsiteY87" fmla="*/ 515569 h 982498"/>
              <a:gd name="connsiteX88" fmla="*/ 214312 w 477264"/>
              <a:gd name="connsiteY88" fmla="*/ 491249 h 982498"/>
              <a:gd name="connsiteX89" fmla="*/ 238632 w 477264"/>
              <a:gd name="connsiteY89" fmla="*/ 466929 h 982498"/>
              <a:gd name="connsiteX90" fmla="*/ 345788 w 477264"/>
              <a:gd name="connsiteY90" fmla="*/ 466929 h 982498"/>
              <a:gd name="connsiteX91" fmla="*/ 370108 w 477264"/>
              <a:gd name="connsiteY91" fmla="*/ 491249 h 982498"/>
              <a:gd name="connsiteX92" fmla="*/ 345788 w 477264"/>
              <a:gd name="connsiteY92" fmla="*/ 515569 h 982498"/>
              <a:gd name="connsiteX93" fmla="*/ 321468 w 477264"/>
              <a:gd name="connsiteY93" fmla="*/ 491249 h 982498"/>
              <a:gd name="connsiteX94" fmla="*/ 345788 w 477264"/>
              <a:gd name="connsiteY94" fmla="*/ 466929 h 982498"/>
              <a:gd name="connsiteX95" fmla="*/ 452944 w 477264"/>
              <a:gd name="connsiteY95" fmla="*/ 466929 h 982498"/>
              <a:gd name="connsiteX96" fmla="*/ 477264 w 477264"/>
              <a:gd name="connsiteY96" fmla="*/ 491249 h 982498"/>
              <a:gd name="connsiteX97" fmla="*/ 452944 w 477264"/>
              <a:gd name="connsiteY97" fmla="*/ 515569 h 982498"/>
              <a:gd name="connsiteX98" fmla="*/ 428624 w 477264"/>
              <a:gd name="connsiteY98" fmla="*/ 491249 h 982498"/>
              <a:gd name="connsiteX99" fmla="*/ 452944 w 477264"/>
              <a:gd name="connsiteY99" fmla="*/ 466929 h 982498"/>
              <a:gd name="connsiteX100" fmla="*/ 24320 w 477264"/>
              <a:gd name="connsiteY100" fmla="*/ 311287 h 982498"/>
              <a:gd name="connsiteX101" fmla="*/ 48640 w 477264"/>
              <a:gd name="connsiteY101" fmla="*/ 335607 h 982498"/>
              <a:gd name="connsiteX102" fmla="*/ 24320 w 477264"/>
              <a:gd name="connsiteY102" fmla="*/ 359926 h 982498"/>
              <a:gd name="connsiteX103" fmla="*/ 0 w 477264"/>
              <a:gd name="connsiteY103" fmla="*/ 335607 h 982498"/>
              <a:gd name="connsiteX104" fmla="*/ 24320 w 477264"/>
              <a:gd name="connsiteY104" fmla="*/ 311287 h 982498"/>
              <a:gd name="connsiteX105" fmla="*/ 131476 w 477264"/>
              <a:gd name="connsiteY105" fmla="*/ 311286 h 982498"/>
              <a:gd name="connsiteX106" fmla="*/ 155796 w 477264"/>
              <a:gd name="connsiteY106" fmla="*/ 335606 h 982498"/>
              <a:gd name="connsiteX107" fmla="*/ 131476 w 477264"/>
              <a:gd name="connsiteY107" fmla="*/ 359926 h 982498"/>
              <a:gd name="connsiteX108" fmla="*/ 107156 w 477264"/>
              <a:gd name="connsiteY108" fmla="*/ 335606 h 982498"/>
              <a:gd name="connsiteX109" fmla="*/ 131476 w 477264"/>
              <a:gd name="connsiteY109" fmla="*/ 311286 h 982498"/>
              <a:gd name="connsiteX110" fmla="*/ 238632 w 477264"/>
              <a:gd name="connsiteY110" fmla="*/ 311286 h 982498"/>
              <a:gd name="connsiteX111" fmla="*/ 262952 w 477264"/>
              <a:gd name="connsiteY111" fmla="*/ 335606 h 982498"/>
              <a:gd name="connsiteX112" fmla="*/ 238632 w 477264"/>
              <a:gd name="connsiteY112" fmla="*/ 359926 h 982498"/>
              <a:gd name="connsiteX113" fmla="*/ 214312 w 477264"/>
              <a:gd name="connsiteY113" fmla="*/ 335606 h 982498"/>
              <a:gd name="connsiteX114" fmla="*/ 238632 w 477264"/>
              <a:gd name="connsiteY114" fmla="*/ 311286 h 982498"/>
              <a:gd name="connsiteX115" fmla="*/ 345788 w 477264"/>
              <a:gd name="connsiteY115" fmla="*/ 311286 h 982498"/>
              <a:gd name="connsiteX116" fmla="*/ 370108 w 477264"/>
              <a:gd name="connsiteY116" fmla="*/ 335606 h 982498"/>
              <a:gd name="connsiteX117" fmla="*/ 345788 w 477264"/>
              <a:gd name="connsiteY117" fmla="*/ 359926 h 982498"/>
              <a:gd name="connsiteX118" fmla="*/ 321468 w 477264"/>
              <a:gd name="connsiteY118" fmla="*/ 335606 h 982498"/>
              <a:gd name="connsiteX119" fmla="*/ 345788 w 477264"/>
              <a:gd name="connsiteY119" fmla="*/ 311286 h 982498"/>
              <a:gd name="connsiteX120" fmla="*/ 452944 w 477264"/>
              <a:gd name="connsiteY120" fmla="*/ 311286 h 982498"/>
              <a:gd name="connsiteX121" fmla="*/ 477264 w 477264"/>
              <a:gd name="connsiteY121" fmla="*/ 335606 h 982498"/>
              <a:gd name="connsiteX122" fmla="*/ 452944 w 477264"/>
              <a:gd name="connsiteY122" fmla="*/ 359926 h 982498"/>
              <a:gd name="connsiteX123" fmla="*/ 428624 w 477264"/>
              <a:gd name="connsiteY123" fmla="*/ 335606 h 982498"/>
              <a:gd name="connsiteX124" fmla="*/ 452944 w 477264"/>
              <a:gd name="connsiteY124" fmla="*/ 311286 h 982498"/>
              <a:gd name="connsiteX125" fmla="*/ 24320 w 477264"/>
              <a:gd name="connsiteY125" fmla="*/ 155643 h 982498"/>
              <a:gd name="connsiteX126" fmla="*/ 48640 w 477264"/>
              <a:gd name="connsiteY126" fmla="*/ 179963 h 982498"/>
              <a:gd name="connsiteX127" fmla="*/ 24320 w 477264"/>
              <a:gd name="connsiteY127" fmla="*/ 204283 h 982498"/>
              <a:gd name="connsiteX128" fmla="*/ 0 w 477264"/>
              <a:gd name="connsiteY128" fmla="*/ 179963 h 982498"/>
              <a:gd name="connsiteX129" fmla="*/ 24320 w 477264"/>
              <a:gd name="connsiteY129" fmla="*/ 155643 h 982498"/>
              <a:gd name="connsiteX130" fmla="*/ 131476 w 477264"/>
              <a:gd name="connsiteY130" fmla="*/ 155643 h 982498"/>
              <a:gd name="connsiteX131" fmla="*/ 155796 w 477264"/>
              <a:gd name="connsiteY131" fmla="*/ 179963 h 982498"/>
              <a:gd name="connsiteX132" fmla="*/ 131476 w 477264"/>
              <a:gd name="connsiteY132" fmla="*/ 204283 h 982498"/>
              <a:gd name="connsiteX133" fmla="*/ 107156 w 477264"/>
              <a:gd name="connsiteY133" fmla="*/ 179963 h 982498"/>
              <a:gd name="connsiteX134" fmla="*/ 131476 w 477264"/>
              <a:gd name="connsiteY134" fmla="*/ 155643 h 982498"/>
              <a:gd name="connsiteX135" fmla="*/ 238632 w 477264"/>
              <a:gd name="connsiteY135" fmla="*/ 155643 h 982498"/>
              <a:gd name="connsiteX136" fmla="*/ 262952 w 477264"/>
              <a:gd name="connsiteY136" fmla="*/ 179963 h 982498"/>
              <a:gd name="connsiteX137" fmla="*/ 238632 w 477264"/>
              <a:gd name="connsiteY137" fmla="*/ 204283 h 982498"/>
              <a:gd name="connsiteX138" fmla="*/ 214312 w 477264"/>
              <a:gd name="connsiteY138" fmla="*/ 179963 h 982498"/>
              <a:gd name="connsiteX139" fmla="*/ 238632 w 477264"/>
              <a:gd name="connsiteY139" fmla="*/ 155643 h 982498"/>
              <a:gd name="connsiteX140" fmla="*/ 345788 w 477264"/>
              <a:gd name="connsiteY140" fmla="*/ 155643 h 982498"/>
              <a:gd name="connsiteX141" fmla="*/ 370108 w 477264"/>
              <a:gd name="connsiteY141" fmla="*/ 179963 h 982498"/>
              <a:gd name="connsiteX142" fmla="*/ 345788 w 477264"/>
              <a:gd name="connsiteY142" fmla="*/ 204283 h 982498"/>
              <a:gd name="connsiteX143" fmla="*/ 321468 w 477264"/>
              <a:gd name="connsiteY143" fmla="*/ 179963 h 982498"/>
              <a:gd name="connsiteX144" fmla="*/ 345788 w 477264"/>
              <a:gd name="connsiteY144" fmla="*/ 155643 h 982498"/>
              <a:gd name="connsiteX145" fmla="*/ 452944 w 477264"/>
              <a:gd name="connsiteY145" fmla="*/ 155643 h 982498"/>
              <a:gd name="connsiteX146" fmla="*/ 477264 w 477264"/>
              <a:gd name="connsiteY146" fmla="*/ 179963 h 982498"/>
              <a:gd name="connsiteX147" fmla="*/ 452944 w 477264"/>
              <a:gd name="connsiteY147" fmla="*/ 204283 h 982498"/>
              <a:gd name="connsiteX148" fmla="*/ 428624 w 477264"/>
              <a:gd name="connsiteY148" fmla="*/ 179963 h 982498"/>
              <a:gd name="connsiteX149" fmla="*/ 452944 w 477264"/>
              <a:gd name="connsiteY149" fmla="*/ 155643 h 982498"/>
              <a:gd name="connsiteX150" fmla="*/ 452944 w 477264"/>
              <a:gd name="connsiteY150" fmla="*/ 0 h 982498"/>
              <a:gd name="connsiteX151" fmla="*/ 477264 w 477264"/>
              <a:gd name="connsiteY151" fmla="*/ 24320 h 982498"/>
              <a:gd name="connsiteX152" fmla="*/ 452944 w 477264"/>
              <a:gd name="connsiteY152" fmla="*/ 48640 h 982498"/>
              <a:gd name="connsiteX153" fmla="*/ 428624 w 477264"/>
              <a:gd name="connsiteY153" fmla="*/ 24320 h 982498"/>
              <a:gd name="connsiteX154" fmla="*/ 452944 w 477264"/>
              <a:gd name="connsiteY154" fmla="*/ 0 h 982498"/>
              <a:gd name="connsiteX155" fmla="*/ 345788 w 477264"/>
              <a:gd name="connsiteY155" fmla="*/ 0 h 982498"/>
              <a:gd name="connsiteX156" fmla="*/ 370108 w 477264"/>
              <a:gd name="connsiteY156" fmla="*/ 24320 h 982498"/>
              <a:gd name="connsiteX157" fmla="*/ 345788 w 477264"/>
              <a:gd name="connsiteY157" fmla="*/ 48640 h 982498"/>
              <a:gd name="connsiteX158" fmla="*/ 321468 w 477264"/>
              <a:gd name="connsiteY158" fmla="*/ 24320 h 982498"/>
              <a:gd name="connsiteX159" fmla="*/ 345788 w 477264"/>
              <a:gd name="connsiteY159" fmla="*/ 0 h 982498"/>
              <a:gd name="connsiteX160" fmla="*/ 238632 w 477264"/>
              <a:gd name="connsiteY160" fmla="*/ 0 h 982498"/>
              <a:gd name="connsiteX161" fmla="*/ 262952 w 477264"/>
              <a:gd name="connsiteY161" fmla="*/ 24320 h 982498"/>
              <a:gd name="connsiteX162" fmla="*/ 238632 w 477264"/>
              <a:gd name="connsiteY162" fmla="*/ 48640 h 982498"/>
              <a:gd name="connsiteX163" fmla="*/ 214312 w 477264"/>
              <a:gd name="connsiteY163" fmla="*/ 24320 h 982498"/>
              <a:gd name="connsiteX164" fmla="*/ 238632 w 477264"/>
              <a:gd name="connsiteY164" fmla="*/ 0 h 982498"/>
              <a:gd name="connsiteX165" fmla="*/ 131476 w 477264"/>
              <a:gd name="connsiteY165" fmla="*/ 0 h 982498"/>
              <a:gd name="connsiteX166" fmla="*/ 155796 w 477264"/>
              <a:gd name="connsiteY166" fmla="*/ 24320 h 982498"/>
              <a:gd name="connsiteX167" fmla="*/ 131476 w 477264"/>
              <a:gd name="connsiteY167" fmla="*/ 48640 h 982498"/>
              <a:gd name="connsiteX168" fmla="*/ 107156 w 477264"/>
              <a:gd name="connsiteY168" fmla="*/ 24320 h 982498"/>
              <a:gd name="connsiteX169" fmla="*/ 131476 w 477264"/>
              <a:gd name="connsiteY169" fmla="*/ 0 h 982498"/>
              <a:gd name="connsiteX170" fmla="*/ 24320 w 477264"/>
              <a:gd name="connsiteY170" fmla="*/ 0 h 982498"/>
              <a:gd name="connsiteX171" fmla="*/ 48640 w 477264"/>
              <a:gd name="connsiteY171" fmla="*/ 24320 h 982498"/>
              <a:gd name="connsiteX172" fmla="*/ 24320 w 477264"/>
              <a:gd name="connsiteY172" fmla="*/ 48640 h 982498"/>
              <a:gd name="connsiteX173" fmla="*/ 0 w 477264"/>
              <a:gd name="connsiteY173" fmla="*/ 24320 h 982498"/>
              <a:gd name="connsiteX174" fmla="*/ 24320 w 477264"/>
              <a:gd name="connsiteY174" fmla="*/ 0 h 982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477264" h="982498">
                <a:moveTo>
                  <a:pt x="452944" y="933858"/>
                </a:moveTo>
                <a:cubicBezTo>
                  <a:pt x="466376" y="933858"/>
                  <a:pt x="477264" y="944746"/>
                  <a:pt x="477264" y="958178"/>
                </a:cubicBezTo>
                <a:cubicBezTo>
                  <a:pt x="477264" y="971610"/>
                  <a:pt x="466376" y="982498"/>
                  <a:pt x="452944" y="982498"/>
                </a:cubicBezTo>
                <a:cubicBezTo>
                  <a:pt x="439512" y="982498"/>
                  <a:pt x="428624" y="971610"/>
                  <a:pt x="428624" y="958178"/>
                </a:cubicBezTo>
                <a:cubicBezTo>
                  <a:pt x="428624" y="944746"/>
                  <a:pt x="439512" y="933858"/>
                  <a:pt x="452944" y="933858"/>
                </a:cubicBezTo>
                <a:close/>
                <a:moveTo>
                  <a:pt x="345788" y="933858"/>
                </a:moveTo>
                <a:cubicBezTo>
                  <a:pt x="359220" y="933858"/>
                  <a:pt x="370108" y="944746"/>
                  <a:pt x="370108" y="958178"/>
                </a:cubicBezTo>
                <a:cubicBezTo>
                  <a:pt x="370108" y="971610"/>
                  <a:pt x="359220" y="982498"/>
                  <a:pt x="345788" y="982498"/>
                </a:cubicBezTo>
                <a:cubicBezTo>
                  <a:pt x="332356" y="982498"/>
                  <a:pt x="321468" y="971610"/>
                  <a:pt x="321468" y="958178"/>
                </a:cubicBezTo>
                <a:cubicBezTo>
                  <a:pt x="321468" y="944746"/>
                  <a:pt x="332356" y="933858"/>
                  <a:pt x="345788" y="933858"/>
                </a:cubicBezTo>
                <a:close/>
                <a:moveTo>
                  <a:pt x="238632" y="933858"/>
                </a:moveTo>
                <a:cubicBezTo>
                  <a:pt x="252064" y="933858"/>
                  <a:pt x="262952" y="944746"/>
                  <a:pt x="262952" y="958178"/>
                </a:cubicBezTo>
                <a:cubicBezTo>
                  <a:pt x="262952" y="971610"/>
                  <a:pt x="252064" y="982498"/>
                  <a:pt x="238632" y="982498"/>
                </a:cubicBezTo>
                <a:cubicBezTo>
                  <a:pt x="225200" y="982498"/>
                  <a:pt x="214312" y="971610"/>
                  <a:pt x="214312" y="958178"/>
                </a:cubicBezTo>
                <a:cubicBezTo>
                  <a:pt x="214312" y="944746"/>
                  <a:pt x="225200" y="933858"/>
                  <a:pt x="238632" y="933858"/>
                </a:cubicBezTo>
                <a:close/>
                <a:moveTo>
                  <a:pt x="131476" y="933858"/>
                </a:moveTo>
                <a:cubicBezTo>
                  <a:pt x="144908" y="933858"/>
                  <a:pt x="155796" y="944746"/>
                  <a:pt x="155796" y="958178"/>
                </a:cubicBezTo>
                <a:cubicBezTo>
                  <a:pt x="155796" y="971610"/>
                  <a:pt x="144908" y="982498"/>
                  <a:pt x="131476" y="982498"/>
                </a:cubicBezTo>
                <a:cubicBezTo>
                  <a:pt x="118044" y="982498"/>
                  <a:pt x="107156" y="971610"/>
                  <a:pt x="107156" y="958178"/>
                </a:cubicBezTo>
                <a:cubicBezTo>
                  <a:pt x="107156" y="944746"/>
                  <a:pt x="118044" y="933858"/>
                  <a:pt x="131476" y="933858"/>
                </a:cubicBezTo>
                <a:close/>
                <a:moveTo>
                  <a:pt x="24320" y="933858"/>
                </a:moveTo>
                <a:cubicBezTo>
                  <a:pt x="37752" y="933858"/>
                  <a:pt x="48640" y="944746"/>
                  <a:pt x="48640" y="958178"/>
                </a:cubicBezTo>
                <a:cubicBezTo>
                  <a:pt x="48640" y="971610"/>
                  <a:pt x="37752" y="982498"/>
                  <a:pt x="24320" y="982498"/>
                </a:cubicBezTo>
                <a:cubicBezTo>
                  <a:pt x="10888" y="982498"/>
                  <a:pt x="0" y="971610"/>
                  <a:pt x="0" y="958178"/>
                </a:cubicBezTo>
                <a:cubicBezTo>
                  <a:pt x="0" y="944746"/>
                  <a:pt x="10888" y="933858"/>
                  <a:pt x="24320" y="933858"/>
                </a:cubicBezTo>
                <a:close/>
                <a:moveTo>
                  <a:pt x="452944" y="778215"/>
                </a:moveTo>
                <a:cubicBezTo>
                  <a:pt x="466376" y="778215"/>
                  <a:pt x="477264" y="789103"/>
                  <a:pt x="477264" y="802535"/>
                </a:cubicBezTo>
                <a:cubicBezTo>
                  <a:pt x="477264" y="815967"/>
                  <a:pt x="466376" y="826855"/>
                  <a:pt x="452944" y="826855"/>
                </a:cubicBezTo>
                <a:cubicBezTo>
                  <a:pt x="439512" y="826855"/>
                  <a:pt x="428624" y="815967"/>
                  <a:pt x="428624" y="802535"/>
                </a:cubicBezTo>
                <a:cubicBezTo>
                  <a:pt x="428624" y="789103"/>
                  <a:pt x="439512" y="778215"/>
                  <a:pt x="452944" y="778215"/>
                </a:cubicBezTo>
                <a:close/>
                <a:moveTo>
                  <a:pt x="345788" y="778215"/>
                </a:moveTo>
                <a:cubicBezTo>
                  <a:pt x="359220" y="778215"/>
                  <a:pt x="370108" y="789103"/>
                  <a:pt x="370108" y="802535"/>
                </a:cubicBezTo>
                <a:cubicBezTo>
                  <a:pt x="370108" y="815967"/>
                  <a:pt x="359220" y="826855"/>
                  <a:pt x="345788" y="826855"/>
                </a:cubicBezTo>
                <a:cubicBezTo>
                  <a:pt x="332356" y="826855"/>
                  <a:pt x="321468" y="815967"/>
                  <a:pt x="321468" y="802535"/>
                </a:cubicBezTo>
                <a:cubicBezTo>
                  <a:pt x="321468" y="789103"/>
                  <a:pt x="332356" y="778215"/>
                  <a:pt x="345788" y="778215"/>
                </a:cubicBezTo>
                <a:close/>
                <a:moveTo>
                  <a:pt x="238632" y="778215"/>
                </a:moveTo>
                <a:cubicBezTo>
                  <a:pt x="252064" y="778215"/>
                  <a:pt x="262952" y="789103"/>
                  <a:pt x="262952" y="802535"/>
                </a:cubicBezTo>
                <a:cubicBezTo>
                  <a:pt x="262952" y="815967"/>
                  <a:pt x="252064" y="826855"/>
                  <a:pt x="238632" y="826855"/>
                </a:cubicBezTo>
                <a:cubicBezTo>
                  <a:pt x="225200" y="826855"/>
                  <a:pt x="214312" y="815967"/>
                  <a:pt x="214312" y="802535"/>
                </a:cubicBezTo>
                <a:cubicBezTo>
                  <a:pt x="214312" y="789103"/>
                  <a:pt x="225200" y="778215"/>
                  <a:pt x="238632" y="778215"/>
                </a:cubicBezTo>
                <a:close/>
                <a:moveTo>
                  <a:pt x="131476" y="778215"/>
                </a:moveTo>
                <a:cubicBezTo>
                  <a:pt x="144908" y="778215"/>
                  <a:pt x="155796" y="789103"/>
                  <a:pt x="155796" y="802535"/>
                </a:cubicBezTo>
                <a:cubicBezTo>
                  <a:pt x="155796" y="815967"/>
                  <a:pt x="144908" y="826855"/>
                  <a:pt x="131476" y="826855"/>
                </a:cubicBezTo>
                <a:cubicBezTo>
                  <a:pt x="118044" y="826855"/>
                  <a:pt x="107156" y="815967"/>
                  <a:pt x="107156" y="802535"/>
                </a:cubicBezTo>
                <a:cubicBezTo>
                  <a:pt x="107156" y="789103"/>
                  <a:pt x="118044" y="778215"/>
                  <a:pt x="131476" y="778215"/>
                </a:cubicBezTo>
                <a:close/>
                <a:moveTo>
                  <a:pt x="24320" y="778215"/>
                </a:moveTo>
                <a:cubicBezTo>
                  <a:pt x="37752" y="778215"/>
                  <a:pt x="48640" y="789103"/>
                  <a:pt x="48640" y="802535"/>
                </a:cubicBezTo>
                <a:cubicBezTo>
                  <a:pt x="48640" y="815967"/>
                  <a:pt x="37752" y="826855"/>
                  <a:pt x="24320" y="826855"/>
                </a:cubicBezTo>
                <a:cubicBezTo>
                  <a:pt x="10888" y="826855"/>
                  <a:pt x="0" y="815967"/>
                  <a:pt x="0" y="802535"/>
                </a:cubicBezTo>
                <a:cubicBezTo>
                  <a:pt x="0" y="789103"/>
                  <a:pt x="10888" y="778215"/>
                  <a:pt x="24320" y="778215"/>
                </a:cubicBezTo>
                <a:close/>
                <a:moveTo>
                  <a:pt x="452944" y="622572"/>
                </a:moveTo>
                <a:cubicBezTo>
                  <a:pt x="466376" y="622572"/>
                  <a:pt x="477264" y="633460"/>
                  <a:pt x="477264" y="646892"/>
                </a:cubicBezTo>
                <a:cubicBezTo>
                  <a:pt x="477264" y="660324"/>
                  <a:pt x="466376" y="671212"/>
                  <a:pt x="452944" y="671212"/>
                </a:cubicBezTo>
                <a:cubicBezTo>
                  <a:pt x="439512" y="671212"/>
                  <a:pt x="428624" y="660324"/>
                  <a:pt x="428624" y="646892"/>
                </a:cubicBezTo>
                <a:cubicBezTo>
                  <a:pt x="428624" y="633460"/>
                  <a:pt x="439512" y="622572"/>
                  <a:pt x="452944" y="622572"/>
                </a:cubicBezTo>
                <a:close/>
                <a:moveTo>
                  <a:pt x="345788" y="622572"/>
                </a:moveTo>
                <a:cubicBezTo>
                  <a:pt x="359220" y="622572"/>
                  <a:pt x="370108" y="633460"/>
                  <a:pt x="370108" y="646892"/>
                </a:cubicBezTo>
                <a:cubicBezTo>
                  <a:pt x="370108" y="660324"/>
                  <a:pt x="359220" y="671212"/>
                  <a:pt x="345788" y="671212"/>
                </a:cubicBezTo>
                <a:cubicBezTo>
                  <a:pt x="332356" y="671212"/>
                  <a:pt x="321468" y="660324"/>
                  <a:pt x="321468" y="646892"/>
                </a:cubicBezTo>
                <a:cubicBezTo>
                  <a:pt x="321468" y="633460"/>
                  <a:pt x="332356" y="622572"/>
                  <a:pt x="345788" y="622572"/>
                </a:cubicBezTo>
                <a:close/>
                <a:moveTo>
                  <a:pt x="238632" y="622572"/>
                </a:moveTo>
                <a:cubicBezTo>
                  <a:pt x="252064" y="622572"/>
                  <a:pt x="262952" y="633460"/>
                  <a:pt x="262952" y="646892"/>
                </a:cubicBezTo>
                <a:cubicBezTo>
                  <a:pt x="262952" y="660324"/>
                  <a:pt x="252064" y="671212"/>
                  <a:pt x="238632" y="671212"/>
                </a:cubicBezTo>
                <a:cubicBezTo>
                  <a:pt x="225200" y="671212"/>
                  <a:pt x="214312" y="660324"/>
                  <a:pt x="214312" y="646892"/>
                </a:cubicBezTo>
                <a:cubicBezTo>
                  <a:pt x="214312" y="633460"/>
                  <a:pt x="225200" y="622572"/>
                  <a:pt x="238632" y="622572"/>
                </a:cubicBezTo>
                <a:close/>
                <a:moveTo>
                  <a:pt x="131476" y="622572"/>
                </a:moveTo>
                <a:cubicBezTo>
                  <a:pt x="144908" y="622572"/>
                  <a:pt x="155796" y="633460"/>
                  <a:pt x="155796" y="646892"/>
                </a:cubicBezTo>
                <a:cubicBezTo>
                  <a:pt x="155796" y="660324"/>
                  <a:pt x="144908" y="671212"/>
                  <a:pt x="131476" y="671212"/>
                </a:cubicBezTo>
                <a:cubicBezTo>
                  <a:pt x="118044" y="671212"/>
                  <a:pt x="107156" y="660324"/>
                  <a:pt x="107156" y="646892"/>
                </a:cubicBezTo>
                <a:cubicBezTo>
                  <a:pt x="107156" y="633460"/>
                  <a:pt x="118044" y="622572"/>
                  <a:pt x="131476" y="622572"/>
                </a:cubicBezTo>
                <a:close/>
                <a:moveTo>
                  <a:pt x="24320" y="622572"/>
                </a:moveTo>
                <a:cubicBezTo>
                  <a:pt x="37752" y="622572"/>
                  <a:pt x="48640" y="633460"/>
                  <a:pt x="48640" y="646892"/>
                </a:cubicBezTo>
                <a:cubicBezTo>
                  <a:pt x="48640" y="660324"/>
                  <a:pt x="37752" y="671212"/>
                  <a:pt x="24320" y="671212"/>
                </a:cubicBezTo>
                <a:cubicBezTo>
                  <a:pt x="10888" y="671212"/>
                  <a:pt x="0" y="660324"/>
                  <a:pt x="0" y="646892"/>
                </a:cubicBezTo>
                <a:cubicBezTo>
                  <a:pt x="0" y="633460"/>
                  <a:pt x="10888" y="622572"/>
                  <a:pt x="24320" y="622572"/>
                </a:cubicBezTo>
                <a:close/>
                <a:moveTo>
                  <a:pt x="24320" y="466929"/>
                </a:moveTo>
                <a:cubicBezTo>
                  <a:pt x="37752" y="466929"/>
                  <a:pt x="48640" y="477817"/>
                  <a:pt x="48640" y="491249"/>
                </a:cubicBezTo>
                <a:cubicBezTo>
                  <a:pt x="48640" y="504681"/>
                  <a:pt x="37752" y="515569"/>
                  <a:pt x="24320" y="515569"/>
                </a:cubicBezTo>
                <a:cubicBezTo>
                  <a:pt x="10888" y="515569"/>
                  <a:pt x="0" y="504681"/>
                  <a:pt x="0" y="491249"/>
                </a:cubicBezTo>
                <a:cubicBezTo>
                  <a:pt x="0" y="477817"/>
                  <a:pt x="10888" y="466929"/>
                  <a:pt x="24320" y="466929"/>
                </a:cubicBezTo>
                <a:close/>
                <a:moveTo>
                  <a:pt x="131476" y="466929"/>
                </a:moveTo>
                <a:cubicBezTo>
                  <a:pt x="144908" y="466929"/>
                  <a:pt x="155796" y="477817"/>
                  <a:pt x="155796" y="491249"/>
                </a:cubicBezTo>
                <a:cubicBezTo>
                  <a:pt x="155796" y="504681"/>
                  <a:pt x="144908" y="515569"/>
                  <a:pt x="131476" y="515569"/>
                </a:cubicBezTo>
                <a:cubicBezTo>
                  <a:pt x="118044" y="515569"/>
                  <a:pt x="107156" y="504681"/>
                  <a:pt x="107156" y="491249"/>
                </a:cubicBezTo>
                <a:cubicBezTo>
                  <a:pt x="107156" y="477817"/>
                  <a:pt x="118044" y="466929"/>
                  <a:pt x="131476" y="466929"/>
                </a:cubicBezTo>
                <a:close/>
                <a:moveTo>
                  <a:pt x="238632" y="466929"/>
                </a:moveTo>
                <a:cubicBezTo>
                  <a:pt x="252064" y="466929"/>
                  <a:pt x="262952" y="477817"/>
                  <a:pt x="262952" y="491249"/>
                </a:cubicBezTo>
                <a:cubicBezTo>
                  <a:pt x="262952" y="504681"/>
                  <a:pt x="252064" y="515569"/>
                  <a:pt x="238632" y="515569"/>
                </a:cubicBezTo>
                <a:cubicBezTo>
                  <a:pt x="225200" y="515569"/>
                  <a:pt x="214312" y="504681"/>
                  <a:pt x="214312" y="491249"/>
                </a:cubicBezTo>
                <a:cubicBezTo>
                  <a:pt x="214312" y="477817"/>
                  <a:pt x="225200" y="466929"/>
                  <a:pt x="238632" y="466929"/>
                </a:cubicBezTo>
                <a:close/>
                <a:moveTo>
                  <a:pt x="345788" y="466929"/>
                </a:moveTo>
                <a:cubicBezTo>
                  <a:pt x="359220" y="466929"/>
                  <a:pt x="370108" y="477817"/>
                  <a:pt x="370108" y="491249"/>
                </a:cubicBezTo>
                <a:cubicBezTo>
                  <a:pt x="370108" y="504681"/>
                  <a:pt x="359220" y="515569"/>
                  <a:pt x="345788" y="515569"/>
                </a:cubicBezTo>
                <a:cubicBezTo>
                  <a:pt x="332356" y="515569"/>
                  <a:pt x="321468" y="504681"/>
                  <a:pt x="321468" y="491249"/>
                </a:cubicBezTo>
                <a:cubicBezTo>
                  <a:pt x="321468" y="477817"/>
                  <a:pt x="332356" y="466929"/>
                  <a:pt x="345788" y="466929"/>
                </a:cubicBezTo>
                <a:close/>
                <a:moveTo>
                  <a:pt x="452944" y="466929"/>
                </a:moveTo>
                <a:cubicBezTo>
                  <a:pt x="466376" y="466929"/>
                  <a:pt x="477264" y="477817"/>
                  <a:pt x="477264" y="491249"/>
                </a:cubicBezTo>
                <a:cubicBezTo>
                  <a:pt x="477264" y="504681"/>
                  <a:pt x="466376" y="515569"/>
                  <a:pt x="452944" y="515569"/>
                </a:cubicBezTo>
                <a:cubicBezTo>
                  <a:pt x="439512" y="515569"/>
                  <a:pt x="428624" y="504681"/>
                  <a:pt x="428624" y="491249"/>
                </a:cubicBezTo>
                <a:cubicBezTo>
                  <a:pt x="428624" y="477817"/>
                  <a:pt x="439512" y="466929"/>
                  <a:pt x="452944" y="466929"/>
                </a:cubicBezTo>
                <a:close/>
                <a:moveTo>
                  <a:pt x="24320" y="311287"/>
                </a:moveTo>
                <a:cubicBezTo>
                  <a:pt x="37752" y="311287"/>
                  <a:pt x="48640" y="322175"/>
                  <a:pt x="48640" y="335607"/>
                </a:cubicBezTo>
                <a:cubicBezTo>
                  <a:pt x="48640" y="349038"/>
                  <a:pt x="37752" y="359926"/>
                  <a:pt x="24320" y="359926"/>
                </a:cubicBezTo>
                <a:cubicBezTo>
                  <a:pt x="10888" y="359926"/>
                  <a:pt x="0" y="349038"/>
                  <a:pt x="0" y="335607"/>
                </a:cubicBezTo>
                <a:cubicBezTo>
                  <a:pt x="0" y="322175"/>
                  <a:pt x="10888" y="311287"/>
                  <a:pt x="24320" y="311287"/>
                </a:cubicBezTo>
                <a:close/>
                <a:moveTo>
                  <a:pt x="131476" y="311286"/>
                </a:moveTo>
                <a:cubicBezTo>
                  <a:pt x="144908" y="311286"/>
                  <a:pt x="155796" y="322174"/>
                  <a:pt x="155796" y="335606"/>
                </a:cubicBezTo>
                <a:cubicBezTo>
                  <a:pt x="155796" y="349038"/>
                  <a:pt x="144908" y="359926"/>
                  <a:pt x="131476" y="359926"/>
                </a:cubicBezTo>
                <a:cubicBezTo>
                  <a:pt x="118044" y="359926"/>
                  <a:pt x="107156" y="349038"/>
                  <a:pt x="107156" y="335606"/>
                </a:cubicBezTo>
                <a:cubicBezTo>
                  <a:pt x="107156" y="322174"/>
                  <a:pt x="118044" y="311286"/>
                  <a:pt x="131476" y="311286"/>
                </a:cubicBezTo>
                <a:close/>
                <a:moveTo>
                  <a:pt x="238632" y="311286"/>
                </a:moveTo>
                <a:cubicBezTo>
                  <a:pt x="252064" y="311286"/>
                  <a:pt x="262952" y="322174"/>
                  <a:pt x="262952" y="335606"/>
                </a:cubicBezTo>
                <a:cubicBezTo>
                  <a:pt x="262952" y="349038"/>
                  <a:pt x="252064" y="359926"/>
                  <a:pt x="238632" y="359926"/>
                </a:cubicBezTo>
                <a:cubicBezTo>
                  <a:pt x="225200" y="359926"/>
                  <a:pt x="214312" y="349038"/>
                  <a:pt x="214312" y="335606"/>
                </a:cubicBezTo>
                <a:cubicBezTo>
                  <a:pt x="214312" y="322174"/>
                  <a:pt x="225200" y="311286"/>
                  <a:pt x="238632" y="311286"/>
                </a:cubicBezTo>
                <a:close/>
                <a:moveTo>
                  <a:pt x="345788" y="311286"/>
                </a:moveTo>
                <a:cubicBezTo>
                  <a:pt x="359220" y="311286"/>
                  <a:pt x="370108" y="322174"/>
                  <a:pt x="370108" y="335606"/>
                </a:cubicBezTo>
                <a:cubicBezTo>
                  <a:pt x="370108" y="349038"/>
                  <a:pt x="359220" y="359926"/>
                  <a:pt x="345788" y="359926"/>
                </a:cubicBezTo>
                <a:cubicBezTo>
                  <a:pt x="332356" y="359926"/>
                  <a:pt x="321468" y="349038"/>
                  <a:pt x="321468" y="335606"/>
                </a:cubicBezTo>
                <a:cubicBezTo>
                  <a:pt x="321468" y="322174"/>
                  <a:pt x="332356" y="311286"/>
                  <a:pt x="345788" y="311286"/>
                </a:cubicBezTo>
                <a:close/>
                <a:moveTo>
                  <a:pt x="452944" y="311286"/>
                </a:moveTo>
                <a:cubicBezTo>
                  <a:pt x="466376" y="311286"/>
                  <a:pt x="477264" y="322174"/>
                  <a:pt x="477264" y="335606"/>
                </a:cubicBezTo>
                <a:cubicBezTo>
                  <a:pt x="477264" y="349038"/>
                  <a:pt x="466376" y="359926"/>
                  <a:pt x="452944" y="359926"/>
                </a:cubicBezTo>
                <a:cubicBezTo>
                  <a:pt x="439512" y="359926"/>
                  <a:pt x="428624" y="349038"/>
                  <a:pt x="428624" y="335606"/>
                </a:cubicBezTo>
                <a:cubicBezTo>
                  <a:pt x="428624" y="322174"/>
                  <a:pt x="439512" y="311286"/>
                  <a:pt x="452944" y="311286"/>
                </a:cubicBezTo>
                <a:close/>
                <a:moveTo>
                  <a:pt x="24320" y="155643"/>
                </a:moveTo>
                <a:cubicBezTo>
                  <a:pt x="37752" y="155643"/>
                  <a:pt x="48640" y="166531"/>
                  <a:pt x="48640" y="179963"/>
                </a:cubicBezTo>
                <a:cubicBezTo>
                  <a:pt x="48640" y="193395"/>
                  <a:pt x="37752" y="204283"/>
                  <a:pt x="24320" y="204283"/>
                </a:cubicBezTo>
                <a:cubicBezTo>
                  <a:pt x="10888" y="204283"/>
                  <a:pt x="0" y="193395"/>
                  <a:pt x="0" y="179963"/>
                </a:cubicBezTo>
                <a:cubicBezTo>
                  <a:pt x="0" y="166531"/>
                  <a:pt x="10888" y="155643"/>
                  <a:pt x="24320" y="155643"/>
                </a:cubicBezTo>
                <a:close/>
                <a:moveTo>
                  <a:pt x="131476" y="155643"/>
                </a:moveTo>
                <a:cubicBezTo>
                  <a:pt x="144908" y="155643"/>
                  <a:pt x="155796" y="166531"/>
                  <a:pt x="155796" y="179963"/>
                </a:cubicBezTo>
                <a:cubicBezTo>
                  <a:pt x="155796" y="193395"/>
                  <a:pt x="144908" y="204283"/>
                  <a:pt x="131476" y="204283"/>
                </a:cubicBezTo>
                <a:cubicBezTo>
                  <a:pt x="118044" y="204283"/>
                  <a:pt x="107156" y="193395"/>
                  <a:pt x="107156" y="179963"/>
                </a:cubicBezTo>
                <a:cubicBezTo>
                  <a:pt x="107156" y="166531"/>
                  <a:pt x="118044" y="155643"/>
                  <a:pt x="131476" y="155643"/>
                </a:cubicBezTo>
                <a:close/>
                <a:moveTo>
                  <a:pt x="238632" y="155643"/>
                </a:moveTo>
                <a:cubicBezTo>
                  <a:pt x="252064" y="155643"/>
                  <a:pt x="262952" y="166531"/>
                  <a:pt x="262952" y="179963"/>
                </a:cubicBezTo>
                <a:cubicBezTo>
                  <a:pt x="262952" y="193395"/>
                  <a:pt x="252064" y="204283"/>
                  <a:pt x="238632" y="204283"/>
                </a:cubicBezTo>
                <a:cubicBezTo>
                  <a:pt x="225200" y="204283"/>
                  <a:pt x="214312" y="193395"/>
                  <a:pt x="214312" y="179963"/>
                </a:cubicBezTo>
                <a:cubicBezTo>
                  <a:pt x="214312" y="166531"/>
                  <a:pt x="225200" y="155643"/>
                  <a:pt x="238632" y="155643"/>
                </a:cubicBezTo>
                <a:close/>
                <a:moveTo>
                  <a:pt x="345788" y="155643"/>
                </a:moveTo>
                <a:cubicBezTo>
                  <a:pt x="359220" y="155643"/>
                  <a:pt x="370108" y="166531"/>
                  <a:pt x="370108" y="179963"/>
                </a:cubicBezTo>
                <a:cubicBezTo>
                  <a:pt x="370108" y="193395"/>
                  <a:pt x="359220" y="204283"/>
                  <a:pt x="345788" y="204283"/>
                </a:cubicBezTo>
                <a:cubicBezTo>
                  <a:pt x="332356" y="204283"/>
                  <a:pt x="321468" y="193395"/>
                  <a:pt x="321468" y="179963"/>
                </a:cubicBezTo>
                <a:cubicBezTo>
                  <a:pt x="321468" y="166531"/>
                  <a:pt x="332356" y="155643"/>
                  <a:pt x="345788" y="155643"/>
                </a:cubicBezTo>
                <a:close/>
                <a:moveTo>
                  <a:pt x="452944" y="155643"/>
                </a:moveTo>
                <a:cubicBezTo>
                  <a:pt x="466376" y="155643"/>
                  <a:pt x="477264" y="166531"/>
                  <a:pt x="477264" y="179963"/>
                </a:cubicBezTo>
                <a:cubicBezTo>
                  <a:pt x="477264" y="193395"/>
                  <a:pt x="466376" y="204283"/>
                  <a:pt x="452944" y="204283"/>
                </a:cubicBezTo>
                <a:cubicBezTo>
                  <a:pt x="439512" y="204283"/>
                  <a:pt x="428624" y="193395"/>
                  <a:pt x="428624" y="179963"/>
                </a:cubicBezTo>
                <a:cubicBezTo>
                  <a:pt x="428624" y="166531"/>
                  <a:pt x="439512" y="155643"/>
                  <a:pt x="452944" y="155643"/>
                </a:cubicBezTo>
                <a:close/>
                <a:moveTo>
                  <a:pt x="452944" y="0"/>
                </a:moveTo>
                <a:cubicBezTo>
                  <a:pt x="466376" y="0"/>
                  <a:pt x="477264" y="10888"/>
                  <a:pt x="477264" y="24320"/>
                </a:cubicBezTo>
                <a:cubicBezTo>
                  <a:pt x="477264" y="37752"/>
                  <a:pt x="466376" y="48640"/>
                  <a:pt x="452944" y="48640"/>
                </a:cubicBezTo>
                <a:cubicBezTo>
                  <a:pt x="439512" y="48640"/>
                  <a:pt x="428624" y="37752"/>
                  <a:pt x="428624" y="24320"/>
                </a:cubicBezTo>
                <a:cubicBezTo>
                  <a:pt x="428624" y="10888"/>
                  <a:pt x="439512" y="0"/>
                  <a:pt x="452944" y="0"/>
                </a:cubicBezTo>
                <a:close/>
                <a:moveTo>
                  <a:pt x="345788" y="0"/>
                </a:moveTo>
                <a:cubicBezTo>
                  <a:pt x="359220" y="0"/>
                  <a:pt x="370108" y="10888"/>
                  <a:pt x="370108" y="24320"/>
                </a:cubicBezTo>
                <a:cubicBezTo>
                  <a:pt x="370108" y="37752"/>
                  <a:pt x="359220" y="48640"/>
                  <a:pt x="345788" y="48640"/>
                </a:cubicBezTo>
                <a:cubicBezTo>
                  <a:pt x="332356" y="48640"/>
                  <a:pt x="321468" y="37752"/>
                  <a:pt x="321468" y="24320"/>
                </a:cubicBezTo>
                <a:cubicBezTo>
                  <a:pt x="321468" y="10888"/>
                  <a:pt x="332356" y="0"/>
                  <a:pt x="345788" y="0"/>
                </a:cubicBezTo>
                <a:close/>
                <a:moveTo>
                  <a:pt x="238632" y="0"/>
                </a:moveTo>
                <a:cubicBezTo>
                  <a:pt x="252064" y="0"/>
                  <a:pt x="262952" y="10888"/>
                  <a:pt x="262952" y="24320"/>
                </a:cubicBezTo>
                <a:cubicBezTo>
                  <a:pt x="262952" y="37752"/>
                  <a:pt x="252064" y="48640"/>
                  <a:pt x="238632" y="48640"/>
                </a:cubicBezTo>
                <a:cubicBezTo>
                  <a:pt x="225200" y="48640"/>
                  <a:pt x="214312" y="37752"/>
                  <a:pt x="214312" y="24320"/>
                </a:cubicBezTo>
                <a:cubicBezTo>
                  <a:pt x="214312" y="10888"/>
                  <a:pt x="225200" y="0"/>
                  <a:pt x="238632" y="0"/>
                </a:cubicBezTo>
                <a:close/>
                <a:moveTo>
                  <a:pt x="131476" y="0"/>
                </a:moveTo>
                <a:cubicBezTo>
                  <a:pt x="144908" y="0"/>
                  <a:pt x="155796" y="10888"/>
                  <a:pt x="155796" y="24320"/>
                </a:cubicBezTo>
                <a:cubicBezTo>
                  <a:pt x="155796" y="37752"/>
                  <a:pt x="144908" y="48640"/>
                  <a:pt x="131476" y="48640"/>
                </a:cubicBezTo>
                <a:cubicBezTo>
                  <a:pt x="118044" y="48640"/>
                  <a:pt x="107156" y="37752"/>
                  <a:pt x="107156" y="24320"/>
                </a:cubicBezTo>
                <a:cubicBezTo>
                  <a:pt x="107156" y="10888"/>
                  <a:pt x="118044" y="0"/>
                  <a:pt x="131476" y="0"/>
                </a:cubicBezTo>
                <a:close/>
                <a:moveTo>
                  <a:pt x="24320" y="0"/>
                </a:moveTo>
                <a:cubicBezTo>
                  <a:pt x="37752" y="0"/>
                  <a:pt x="48640" y="10888"/>
                  <a:pt x="48640" y="24320"/>
                </a:cubicBezTo>
                <a:cubicBezTo>
                  <a:pt x="48640" y="37752"/>
                  <a:pt x="37752" y="48640"/>
                  <a:pt x="24320" y="48640"/>
                </a:cubicBezTo>
                <a:cubicBezTo>
                  <a:pt x="10888" y="48640"/>
                  <a:pt x="0" y="37752"/>
                  <a:pt x="0" y="24320"/>
                </a:cubicBezTo>
                <a:cubicBezTo>
                  <a:pt x="0" y="10888"/>
                  <a:pt x="10888" y="0"/>
                  <a:pt x="243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22" name="图片 21" descr="黑暗中的灯光&#10;&#10;描述已自动生成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7067" y="4460791"/>
            <a:ext cx="3131748" cy="1761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Tm="2000">
        <p14:switch dir="r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等腰三角形 37"/>
          <p:cNvSpPr/>
          <p:nvPr/>
        </p:nvSpPr>
        <p:spPr>
          <a:xfrm rot="5400000">
            <a:off x="638384" y="559541"/>
            <a:ext cx="557104" cy="480262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等腰三角形 38"/>
          <p:cNvSpPr/>
          <p:nvPr/>
        </p:nvSpPr>
        <p:spPr>
          <a:xfrm rot="5400000">
            <a:off x="779625" y="710098"/>
            <a:ext cx="404704" cy="348883"/>
          </a:xfrm>
          <a:prstGeom prst="triangle">
            <a:avLst/>
          </a:prstGeom>
          <a:solidFill>
            <a:schemeClr val="accent1"/>
          </a:solidFill>
          <a:ln>
            <a:noFill/>
          </a:ln>
          <a:effectLst>
            <a:outerShdw blurRad="508000" dist="508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236885" y="59555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>
                <a:sym typeface="思源黑体 CN Medium" panose="020B0600000000000000" pitchFamily="34" charset="-122"/>
              </a:rPr>
              <a:t>创新与展望</a:t>
            </a:r>
          </a:p>
        </p:txBody>
      </p:sp>
      <p:grpSp>
        <p:nvGrpSpPr>
          <p:cNvPr id="56" name="组合 55"/>
          <p:cNvGrpSpPr/>
          <p:nvPr>
            <p:custDataLst>
              <p:tags r:id="rId1"/>
            </p:custDataLst>
          </p:nvPr>
        </p:nvGrpSpPr>
        <p:grpSpPr>
          <a:xfrm>
            <a:off x="-278210" y="1119853"/>
            <a:ext cx="11925311" cy="3293801"/>
            <a:chOff x="-454523" y="1168748"/>
            <a:chExt cx="11925311" cy="3293801"/>
          </a:xfrm>
        </p:grpSpPr>
        <p:sp>
          <p:nvSpPr>
            <p:cNvPr id="44" name="矩形: 圆角 43"/>
            <p:cNvSpPr/>
            <p:nvPr>
              <p:custDataLst>
                <p:tags r:id="rId4"/>
              </p:custDataLst>
            </p:nvPr>
          </p:nvSpPr>
          <p:spPr>
            <a:xfrm>
              <a:off x="-417693" y="1189891"/>
              <a:ext cx="2340000" cy="632732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01.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45" name="矩形 3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82384" y="2049237"/>
              <a:ext cx="1143000" cy="307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457200">
                <a:spcBef>
                  <a:spcPct val="0"/>
                </a:spcBef>
              </a:pPr>
              <a:r>
                <a:rPr lang="zh-CN" altLang="en-US" sz="2000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 教育价值</a:t>
              </a:r>
            </a:p>
          </p:txBody>
        </p:sp>
        <p:sp>
          <p:nvSpPr>
            <p:cNvPr id="46" name="文本框 45"/>
            <p:cNvSpPr txBox="1"/>
            <p:nvPr>
              <p:custDataLst>
                <p:tags r:id="rId6"/>
              </p:custDataLst>
            </p:nvPr>
          </p:nvSpPr>
          <p:spPr>
            <a:xfrm>
              <a:off x="2282544" y="2384304"/>
              <a:ext cx="8762399" cy="3194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r>
                <a:rPr lang="en-US" altLang="en-US" dirty="0">
                  <a:sym typeface="思源黑体 CN Medium" panose="020B0600000000000000" pitchFamily="34" charset="-122"/>
                </a:rPr>
                <a:t></a:t>
              </a:r>
              <a:r>
                <a:rPr lang="zh-CN" altLang="en-US" sz="1600" dirty="0">
                  <a:sym typeface="思源黑体 CN Medium" panose="020B0600000000000000" pitchFamily="34" charset="-122"/>
                </a:rPr>
                <a:t>响应教育数字化政策，助力大学生高效学习与自我管理。</a:t>
              </a:r>
            </a:p>
          </p:txBody>
        </p:sp>
        <p:sp>
          <p:nvSpPr>
            <p:cNvPr id="47" name="矩形: 圆角 46"/>
            <p:cNvSpPr/>
            <p:nvPr>
              <p:custDataLst>
                <p:tags r:id="rId7"/>
              </p:custDataLst>
            </p:nvPr>
          </p:nvSpPr>
          <p:spPr>
            <a:xfrm>
              <a:off x="-417506" y="2068666"/>
              <a:ext cx="2520000" cy="632732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02.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48" name="矩形 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087416" y="1168748"/>
              <a:ext cx="1524000" cy="307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457200">
                <a:spcBef>
                  <a:spcPct val="0"/>
                </a:spcBef>
              </a:pPr>
              <a:r>
                <a:rPr lang="zh-CN" altLang="en-US" sz="2000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技术融合创新</a:t>
              </a:r>
            </a:p>
          </p:txBody>
        </p:sp>
        <p:sp>
          <p:nvSpPr>
            <p:cNvPr id="49" name="文本框 48"/>
            <p:cNvSpPr txBox="1"/>
            <p:nvPr>
              <p:custDataLst>
                <p:tags r:id="rId9"/>
              </p:custDataLst>
            </p:nvPr>
          </p:nvSpPr>
          <p:spPr>
            <a:xfrm>
              <a:off x="2102656" y="1530258"/>
              <a:ext cx="8762399" cy="3194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r>
                <a:rPr lang="zh-CN" altLang="en-US" sz="1600" dirty="0">
                  <a:sym typeface="思源黑体 CN Medium" panose="020B0600000000000000" pitchFamily="34" charset="-122"/>
                </a:rPr>
                <a:t>融合</a:t>
              </a:r>
              <a:r>
                <a:rPr lang="en-US" altLang="zh-CN" sz="1600" dirty="0">
                  <a:sym typeface="思源黑体 CN Medium" panose="020B0600000000000000" pitchFamily="34" charset="-122"/>
                </a:rPr>
                <a:t>AI</a:t>
              </a:r>
              <a:r>
                <a:rPr lang="zh-CN" altLang="en-US" sz="1600" dirty="0">
                  <a:sym typeface="思源黑体 CN Medium" panose="020B0600000000000000" pitchFamily="34" charset="-122"/>
                </a:rPr>
                <a:t>与动态时间模型，实现多模态交互与智能调度。</a:t>
              </a:r>
            </a:p>
          </p:txBody>
        </p:sp>
        <p:sp>
          <p:nvSpPr>
            <p:cNvPr id="50" name="矩形: 圆角 49"/>
            <p:cNvSpPr/>
            <p:nvPr>
              <p:custDataLst>
                <p:tags r:id="rId10"/>
              </p:custDataLst>
            </p:nvPr>
          </p:nvSpPr>
          <p:spPr>
            <a:xfrm>
              <a:off x="-417693" y="2947662"/>
              <a:ext cx="2700000" cy="632732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03.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1" name="矩形 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609956" y="2957187"/>
              <a:ext cx="1524000" cy="307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457200">
                <a:spcBef>
                  <a:spcPct val="0"/>
                </a:spcBef>
              </a:pPr>
              <a:r>
                <a:rPr lang="zh-CN" altLang="en-US" sz="2000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场景覆盖创新</a:t>
              </a:r>
            </a:p>
          </p:txBody>
        </p:sp>
        <p:sp>
          <p:nvSpPr>
            <p:cNvPr id="52" name="文本框 51"/>
            <p:cNvSpPr txBox="1"/>
            <p:nvPr>
              <p:custDataLst>
                <p:tags r:id="rId12"/>
              </p:custDataLst>
            </p:nvPr>
          </p:nvSpPr>
          <p:spPr>
            <a:xfrm>
              <a:off x="2609956" y="3300460"/>
              <a:ext cx="8762399" cy="3194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r>
                <a:rPr lang="zh-CN" altLang="en-US" sz="1600" dirty="0">
                  <a:sym typeface="思源黑体 CN Medium" panose="020B0600000000000000" pitchFamily="34" charset="-122"/>
                </a:rPr>
                <a:t>深度适配校园场景（课表同步</a:t>
              </a:r>
              <a:r>
                <a:rPr lang="en-US" altLang="zh-CN" sz="1600" dirty="0">
                  <a:sym typeface="思源黑体 CN Medium" panose="020B0600000000000000" pitchFamily="34" charset="-122"/>
                </a:rPr>
                <a:t>+</a:t>
              </a:r>
              <a:r>
                <a:rPr lang="zh-CN" altLang="en-US" sz="1600" dirty="0">
                  <a:sym typeface="思源黑体 CN Medium" panose="020B0600000000000000" pitchFamily="34" charset="-122"/>
                </a:rPr>
                <a:t>考试周模式），拓展社交激励机制。</a:t>
              </a:r>
            </a:p>
          </p:txBody>
        </p:sp>
        <p:sp>
          <p:nvSpPr>
            <p:cNvPr id="53" name="矩形: 圆角 52"/>
            <p:cNvSpPr/>
            <p:nvPr>
              <p:custDataLst>
                <p:tags r:id="rId13"/>
              </p:custDataLst>
            </p:nvPr>
          </p:nvSpPr>
          <p:spPr>
            <a:xfrm>
              <a:off x="-454523" y="3826379"/>
              <a:ext cx="2880000" cy="632732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7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190500" dist="50800" dir="54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0" rtlCol="0" anchor="ctr"/>
            <a:lstStyle/>
            <a:p>
              <a:pPr algn="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04.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4" name="矩形 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708327" y="3829253"/>
              <a:ext cx="1016000" cy="307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 defTabSz="457200">
                <a:spcBef>
                  <a:spcPct val="0"/>
                </a:spcBef>
              </a:pPr>
              <a:r>
                <a:rPr lang="zh-CN" altLang="en-US" sz="2000" dirty="0">
                  <a:solidFill>
                    <a:schemeClr val="accent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阿里巴巴普惠体 B" panose="00020600040101010101" pitchFamily="18" charset="-122"/>
                  <a:sym typeface="思源黑体 CN Medium" panose="020B0600000000000000" pitchFamily="34" charset="-122"/>
                </a:rPr>
                <a:t>功能扩展</a:t>
              </a:r>
            </a:p>
          </p:txBody>
        </p:sp>
        <p:sp>
          <p:nvSpPr>
            <p:cNvPr id="55" name="文本框 54"/>
            <p:cNvSpPr txBox="1"/>
            <p:nvPr>
              <p:custDataLst>
                <p:tags r:id="rId15"/>
              </p:custDataLst>
            </p:nvPr>
          </p:nvSpPr>
          <p:spPr>
            <a:xfrm>
              <a:off x="2708389" y="4143144"/>
              <a:ext cx="8762399" cy="3194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en-US"/>
              </a:defPPr>
              <a:lvl1pPr>
                <a:lnSpc>
                  <a:spcPct val="130000"/>
                </a:lnSpc>
                <a:defRPr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SourceHanSansSC-Regular"/>
                </a:defRPr>
              </a:lvl1pPr>
            </a:lstStyle>
            <a:p>
              <a:r>
                <a:rPr lang="zh-CN" altLang="en-US" sz="1600" dirty="0">
                  <a:sym typeface="思源黑体 CN Medium" panose="020B0600000000000000" pitchFamily="34" charset="-122"/>
                </a:rPr>
                <a:t>任务分解、智能提醒、数据分析，未来可扩展自动化任务分配。</a:t>
              </a:r>
            </a:p>
          </p:txBody>
        </p:sp>
      </p:grpSp>
      <p:sp>
        <p:nvSpPr>
          <p:cNvPr id="2" name="矩形: 圆角 52"/>
          <p:cNvSpPr/>
          <p:nvPr>
            <p:custDataLst>
              <p:tags r:id="rId2"/>
            </p:custDataLst>
          </p:nvPr>
        </p:nvSpPr>
        <p:spPr>
          <a:xfrm>
            <a:off x="-278210" y="4669024"/>
            <a:ext cx="3060000" cy="6327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905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en-US" altLang="zh-CN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05.</a:t>
            </a:r>
            <a:endParaRPr lang="zh-CN" altLang="en-US" sz="24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" name="矩形: 圆角 52"/>
          <p:cNvSpPr/>
          <p:nvPr>
            <p:custDataLst>
              <p:tags r:id="rId3"/>
            </p:custDataLst>
          </p:nvPr>
        </p:nvSpPr>
        <p:spPr>
          <a:xfrm>
            <a:off x="-278210" y="5560564"/>
            <a:ext cx="3240000" cy="6327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1905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en-US" altLang="zh-CN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06.</a:t>
            </a:r>
            <a:endParaRPr lang="zh-CN" altLang="en-US" sz="24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61640" y="451548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457200">
              <a:spcBef>
                <a:spcPct val="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  <a:sym typeface="思源黑体 CN Medium" panose="020B0600000000000000" pitchFamily="34" charset="-122"/>
              </a:rPr>
              <a:t>模型优化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141345" y="539559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457200">
              <a:spcBef>
                <a:spcPct val="0"/>
              </a:spcBef>
            </a:pPr>
            <a:r>
              <a:rPr lang="zh-CN" altLang="en-US" sz="2000" dirty="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B" panose="00020600040101010101" pitchFamily="18" charset="-122"/>
                <a:sym typeface="思源黑体 CN Medium" panose="020B0600000000000000" pitchFamily="34" charset="-122"/>
              </a:rPr>
              <a:t>应用场景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961640" y="4965065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sym typeface="思源黑体 CN Medium" panose="020B0600000000000000" pitchFamily="34" charset="-122"/>
              </a:rPr>
              <a:t>动态时间模型</a:t>
            </a:r>
            <a:r>
              <a:rPr lang="en-US" altLang="zh-CN" sz="1600" dirty="0">
                <a:sym typeface="思源黑体 CN Medium" panose="020B0600000000000000" pitchFamily="34" charset="-122"/>
              </a:rPr>
              <a:t>+LLM</a:t>
            </a:r>
            <a:r>
              <a:rPr lang="zh-CN" altLang="en-US" sz="1600" dirty="0">
                <a:sym typeface="思源黑体 CN Medium" panose="020B0600000000000000" pitchFamily="34" charset="-122"/>
              </a:rPr>
              <a:t>优化任务调度，</a:t>
            </a:r>
            <a:r>
              <a:rPr lang="en-US" altLang="zh-CN" sz="1600" dirty="0">
                <a:sym typeface="思源黑体 CN Medium" panose="020B0600000000000000" pitchFamily="34" charset="-122"/>
              </a:rPr>
              <a:t>JSON</a:t>
            </a:r>
            <a:r>
              <a:rPr lang="zh-CN" altLang="en-US" sz="1600" dirty="0">
                <a:sym typeface="思源黑体 CN Medium" panose="020B0600000000000000" pitchFamily="34" charset="-122"/>
              </a:rPr>
              <a:t>存储提升系统性能。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216910" y="5794375"/>
            <a:ext cx="60921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聚焦高校学生时间管理，未来可拓展至企业团队协作场景。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gallery dir="l"/>
      </p:transition>
    </mc:Choice>
    <mc:Fallback xmlns=""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2" descr="图片包含 游戏机, 玻璃, 瓶子&#10;&#10;AI 生成的内容可能不正确。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>
            <a:off x="2399912" y="3918922"/>
            <a:ext cx="7392177" cy="584775"/>
            <a:chOff x="2389567" y="4511587"/>
            <a:chExt cx="7392177" cy="584775"/>
          </a:xfrm>
        </p:grpSpPr>
        <p:cxnSp>
          <p:nvCxnSpPr>
            <p:cNvPr id="29" name="直接连接符 28"/>
            <p:cNvCxnSpPr/>
            <p:nvPr/>
          </p:nvCxnSpPr>
          <p:spPr>
            <a:xfrm>
              <a:off x="2389567" y="4787041"/>
              <a:ext cx="1132663" cy="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flipH="1">
              <a:off x="8649081" y="4787041"/>
              <a:ext cx="1132663" cy="0"/>
            </a:xfrm>
            <a:prstGeom prst="line">
              <a:avLst/>
            </a:prstGeom>
            <a:ln w="127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lumMod val="60000"/>
                      <a:lumOff val="40000"/>
                    </a:schemeClr>
                  </a:gs>
                </a:gsLst>
                <a:lin ang="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/>
            <p:cNvSpPr txBox="1"/>
            <p:nvPr/>
          </p:nvSpPr>
          <p:spPr>
            <a:xfrm>
              <a:off x="3748855" y="4511587"/>
              <a:ext cx="4673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2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探索未至之境</a:t>
              </a:r>
            </a:p>
          </p:txBody>
        </p:sp>
      </p:grpSp>
      <p:sp>
        <p:nvSpPr>
          <p:cNvPr id="49" name="矩形: 圆角 48"/>
          <p:cNvSpPr/>
          <p:nvPr/>
        </p:nvSpPr>
        <p:spPr>
          <a:xfrm>
            <a:off x="614086" y="543457"/>
            <a:ext cx="180000" cy="180000"/>
          </a:xfrm>
          <a:prstGeom prst="roundRect">
            <a:avLst>
              <a:gd name="adj" fmla="val 50000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885332" y="497569"/>
            <a:ext cx="13329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</a:rPr>
              <a:t>探索</a:t>
            </a:r>
            <a:r>
              <a:rPr lang="en-US" altLang="zh-CN" sz="1400" dirty="0">
                <a:solidFill>
                  <a:schemeClr val="bg1"/>
                </a:solidFill>
              </a:rPr>
              <a:t>AI</a:t>
            </a:r>
            <a:r>
              <a:rPr lang="zh-CN" altLang="en-US" sz="1400" dirty="0">
                <a:solidFill>
                  <a:schemeClr val="bg1"/>
                </a:solidFill>
              </a:rPr>
              <a:t>世界</a:t>
            </a:r>
          </a:p>
        </p:txBody>
      </p:sp>
      <p:sp>
        <p:nvSpPr>
          <p:cNvPr id="51" name="任意多边形: 形状 50"/>
          <p:cNvSpPr>
            <a:spLocks noChangeArrowheads="1"/>
          </p:cNvSpPr>
          <p:nvPr/>
        </p:nvSpPr>
        <p:spPr bwMode="auto">
          <a:xfrm>
            <a:off x="933170" y="5437532"/>
            <a:ext cx="1008095" cy="524171"/>
          </a:xfrm>
          <a:custGeom>
            <a:avLst/>
            <a:gdLst>
              <a:gd name="connsiteX0" fmla="*/ 1674019 w 1709738"/>
              <a:gd name="connsiteY0" fmla="*/ 812800 h 889000"/>
              <a:gd name="connsiteX1" fmla="*/ 1709738 w 1709738"/>
              <a:gd name="connsiteY1" fmla="*/ 850900 h 889000"/>
              <a:gd name="connsiteX2" fmla="*/ 1674019 w 1709738"/>
              <a:gd name="connsiteY2" fmla="*/ 889000 h 889000"/>
              <a:gd name="connsiteX3" fmla="*/ 1638300 w 1709738"/>
              <a:gd name="connsiteY3" fmla="*/ 850900 h 889000"/>
              <a:gd name="connsiteX4" fmla="*/ 1674019 w 1709738"/>
              <a:gd name="connsiteY4" fmla="*/ 812800 h 889000"/>
              <a:gd name="connsiteX5" fmla="*/ 1346994 w 1709738"/>
              <a:gd name="connsiteY5" fmla="*/ 812800 h 889000"/>
              <a:gd name="connsiteX6" fmla="*/ 1382713 w 1709738"/>
              <a:gd name="connsiteY6" fmla="*/ 850900 h 889000"/>
              <a:gd name="connsiteX7" fmla="*/ 1346994 w 1709738"/>
              <a:gd name="connsiteY7" fmla="*/ 889000 h 889000"/>
              <a:gd name="connsiteX8" fmla="*/ 1311275 w 1709738"/>
              <a:gd name="connsiteY8" fmla="*/ 850900 h 889000"/>
              <a:gd name="connsiteX9" fmla="*/ 1346994 w 1709738"/>
              <a:gd name="connsiteY9" fmla="*/ 812800 h 889000"/>
              <a:gd name="connsiteX10" fmla="*/ 1018381 w 1709738"/>
              <a:gd name="connsiteY10" fmla="*/ 812800 h 889000"/>
              <a:gd name="connsiteX11" fmla="*/ 1054100 w 1709738"/>
              <a:gd name="connsiteY11" fmla="*/ 850900 h 889000"/>
              <a:gd name="connsiteX12" fmla="*/ 1018381 w 1709738"/>
              <a:gd name="connsiteY12" fmla="*/ 889000 h 889000"/>
              <a:gd name="connsiteX13" fmla="*/ 982662 w 1709738"/>
              <a:gd name="connsiteY13" fmla="*/ 850900 h 889000"/>
              <a:gd name="connsiteX14" fmla="*/ 1018381 w 1709738"/>
              <a:gd name="connsiteY14" fmla="*/ 812800 h 889000"/>
              <a:gd name="connsiteX15" fmla="*/ 691356 w 1709738"/>
              <a:gd name="connsiteY15" fmla="*/ 812800 h 889000"/>
              <a:gd name="connsiteX16" fmla="*/ 727075 w 1709738"/>
              <a:gd name="connsiteY16" fmla="*/ 850900 h 889000"/>
              <a:gd name="connsiteX17" fmla="*/ 691356 w 1709738"/>
              <a:gd name="connsiteY17" fmla="*/ 889000 h 889000"/>
              <a:gd name="connsiteX18" fmla="*/ 655637 w 1709738"/>
              <a:gd name="connsiteY18" fmla="*/ 850900 h 889000"/>
              <a:gd name="connsiteX19" fmla="*/ 691356 w 1709738"/>
              <a:gd name="connsiteY19" fmla="*/ 812800 h 889000"/>
              <a:gd name="connsiteX20" fmla="*/ 364331 w 1709738"/>
              <a:gd name="connsiteY20" fmla="*/ 812800 h 889000"/>
              <a:gd name="connsiteX21" fmla="*/ 400050 w 1709738"/>
              <a:gd name="connsiteY21" fmla="*/ 850900 h 889000"/>
              <a:gd name="connsiteX22" fmla="*/ 364331 w 1709738"/>
              <a:gd name="connsiteY22" fmla="*/ 889000 h 889000"/>
              <a:gd name="connsiteX23" fmla="*/ 328612 w 1709738"/>
              <a:gd name="connsiteY23" fmla="*/ 850900 h 889000"/>
              <a:gd name="connsiteX24" fmla="*/ 364331 w 1709738"/>
              <a:gd name="connsiteY24" fmla="*/ 812800 h 889000"/>
              <a:gd name="connsiteX25" fmla="*/ 35719 w 1709738"/>
              <a:gd name="connsiteY25" fmla="*/ 812800 h 889000"/>
              <a:gd name="connsiteX26" fmla="*/ 71438 w 1709738"/>
              <a:gd name="connsiteY26" fmla="*/ 850900 h 889000"/>
              <a:gd name="connsiteX27" fmla="*/ 35719 w 1709738"/>
              <a:gd name="connsiteY27" fmla="*/ 889000 h 889000"/>
              <a:gd name="connsiteX28" fmla="*/ 0 w 1709738"/>
              <a:gd name="connsiteY28" fmla="*/ 850900 h 889000"/>
              <a:gd name="connsiteX29" fmla="*/ 35719 w 1709738"/>
              <a:gd name="connsiteY29" fmla="*/ 812800 h 889000"/>
              <a:gd name="connsiteX30" fmla="*/ 1674019 w 1709738"/>
              <a:gd name="connsiteY30" fmla="*/ 542925 h 889000"/>
              <a:gd name="connsiteX31" fmla="*/ 1709738 w 1709738"/>
              <a:gd name="connsiteY31" fmla="*/ 578644 h 889000"/>
              <a:gd name="connsiteX32" fmla="*/ 1674019 w 1709738"/>
              <a:gd name="connsiteY32" fmla="*/ 614363 h 889000"/>
              <a:gd name="connsiteX33" fmla="*/ 1638300 w 1709738"/>
              <a:gd name="connsiteY33" fmla="*/ 578644 h 889000"/>
              <a:gd name="connsiteX34" fmla="*/ 1674019 w 1709738"/>
              <a:gd name="connsiteY34" fmla="*/ 542925 h 889000"/>
              <a:gd name="connsiteX35" fmla="*/ 1346994 w 1709738"/>
              <a:gd name="connsiteY35" fmla="*/ 542925 h 889000"/>
              <a:gd name="connsiteX36" fmla="*/ 1382713 w 1709738"/>
              <a:gd name="connsiteY36" fmla="*/ 578644 h 889000"/>
              <a:gd name="connsiteX37" fmla="*/ 1346994 w 1709738"/>
              <a:gd name="connsiteY37" fmla="*/ 614363 h 889000"/>
              <a:gd name="connsiteX38" fmla="*/ 1311275 w 1709738"/>
              <a:gd name="connsiteY38" fmla="*/ 578644 h 889000"/>
              <a:gd name="connsiteX39" fmla="*/ 1346994 w 1709738"/>
              <a:gd name="connsiteY39" fmla="*/ 542925 h 889000"/>
              <a:gd name="connsiteX40" fmla="*/ 1018381 w 1709738"/>
              <a:gd name="connsiteY40" fmla="*/ 542925 h 889000"/>
              <a:gd name="connsiteX41" fmla="*/ 1054100 w 1709738"/>
              <a:gd name="connsiteY41" fmla="*/ 578644 h 889000"/>
              <a:gd name="connsiteX42" fmla="*/ 1018381 w 1709738"/>
              <a:gd name="connsiteY42" fmla="*/ 614363 h 889000"/>
              <a:gd name="connsiteX43" fmla="*/ 982662 w 1709738"/>
              <a:gd name="connsiteY43" fmla="*/ 578644 h 889000"/>
              <a:gd name="connsiteX44" fmla="*/ 1018381 w 1709738"/>
              <a:gd name="connsiteY44" fmla="*/ 542925 h 889000"/>
              <a:gd name="connsiteX45" fmla="*/ 691356 w 1709738"/>
              <a:gd name="connsiteY45" fmla="*/ 542925 h 889000"/>
              <a:gd name="connsiteX46" fmla="*/ 727075 w 1709738"/>
              <a:gd name="connsiteY46" fmla="*/ 578644 h 889000"/>
              <a:gd name="connsiteX47" fmla="*/ 691356 w 1709738"/>
              <a:gd name="connsiteY47" fmla="*/ 614363 h 889000"/>
              <a:gd name="connsiteX48" fmla="*/ 655637 w 1709738"/>
              <a:gd name="connsiteY48" fmla="*/ 578644 h 889000"/>
              <a:gd name="connsiteX49" fmla="*/ 691356 w 1709738"/>
              <a:gd name="connsiteY49" fmla="*/ 542925 h 889000"/>
              <a:gd name="connsiteX50" fmla="*/ 364331 w 1709738"/>
              <a:gd name="connsiteY50" fmla="*/ 542925 h 889000"/>
              <a:gd name="connsiteX51" fmla="*/ 400050 w 1709738"/>
              <a:gd name="connsiteY51" fmla="*/ 578644 h 889000"/>
              <a:gd name="connsiteX52" fmla="*/ 364331 w 1709738"/>
              <a:gd name="connsiteY52" fmla="*/ 614363 h 889000"/>
              <a:gd name="connsiteX53" fmla="*/ 328612 w 1709738"/>
              <a:gd name="connsiteY53" fmla="*/ 578644 h 889000"/>
              <a:gd name="connsiteX54" fmla="*/ 364331 w 1709738"/>
              <a:gd name="connsiteY54" fmla="*/ 542925 h 889000"/>
              <a:gd name="connsiteX55" fmla="*/ 35719 w 1709738"/>
              <a:gd name="connsiteY55" fmla="*/ 542925 h 889000"/>
              <a:gd name="connsiteX56" fmla="*/ 71438 w 1709738"/>
              <a:gd name="connsiteY56" fmla="*/ 578644 h 889000"/>
              <a:gd name="connsiteX57" fmla="*/ 35719 w 1709738"/>
              <a:gd name="connsiteY57" fmla="*/ 614363 h 889000"/>
              <a:gd name="connsiteX58" fmla="*/ 0 w 1709738"/>
              <a:gd name="connsiteY58" fmla="*/ 578644 h 889000"/>
              <a:gd name="connsiteX59" fmla="*/ 35719 w 1709738"/>
              <a:gd name="connsiteY59" fmla="*/ 542925 h 889000"/>
              <a:gd name="connsiteX60" fmla="*/ 1674019 w 1709738"/>
              <a:gd name="connsiteY60" fmla="*/ 271463 h 889000"/>
              <a:gd name="connsiteX61" fmla="*/ 1709738 w 1709738"/>
              <a:gd name="connsiteY61" fmla="*/ 307182 h 889000"/>
              <a:gd name="connsiteX62" fmla="*/ 1674019 w 1709738"/>
              <a:gd name="connsiteY62" fmla="*/ 342901 h 889000"/>
              <a:gd name="connsiteX63" fmla="*/ 1638300 w 1709738"/>
              <a:gd name="connsiteY63" fmla="*/ 307182 h 889000"/>
              <a:gd name="connsiteX64" fmla="*/ 1674019 w 1709738"/>
              <a:gd name="connsiteY64" fmla="*/ 271463 h 889000"/>
              <a:gd name="connsiteX65" fmla="*/ 1346994 w 1709738"/>
              <a:gd name="connsiteY65" fmla="*/ 271463 h 889000"/>
              <a:gd name="connsiteX66" fmla="*/ 1382713 w 1709738"/>
              <a:gd name="connsiteY66" fmla="*/ 307182 h 889000"/>
              <a:gd name="connsiteX67" fmla="*/ 1346994 w 1709738"/>
              <a:gd name="connsiteY67" fmla="*/ 342901 h 889000"/>
              <a:gd name="connsiteX68" fmla="*/ 1311275 w 1709738"/>
              <a:gd name="connsiteY68" fmla="*/ 307182 h 889000"/>
              <a:gd name="connsiteX69" fmla="*/ 1346994 w 1709738"/>
              <a:gd name="connsiteY69" fmla="*/ 271463 h 889000"/>
              <a:gd name="connsiteX70" fmla="*/ 1018381 w 1709738"/>
              <a:gd name="connsiteY70" fmla="*/ 271463 h 889000"/>
              <a:gd name="connsiteX71" fmla="*/ 1054100 w 1709738"/>
              <a:gd name="connsiteY71" fmla="*/ 307182 h 889000"/>
              <a:gd name="connsiteX72" fmla="*/ 1018381 w 1709738"/>
              <a:gd name="connsiteY72" fmla="*/ 342901 h 889000"/>
              <a:gd name="connsiteX73" fmla="*/ 982662 w 1709738"/>
              <a:gd name="connsiteY73" fmla="*/ 307182 h 889000"/>
              <a:gd name="connsiteX74" fmla="*/ 1018381 w 1709738"/>
              <a:gd name="connsiteY74" fmla="*/ 271463 h 889000"/>
              <a:gd name="connsiteX75" fmla="*/ 691356 w 1709738"/>
              <a:gd name="connsiteY75" fmla="*/ 271463 h 889000"/>
              <a:gd name="connsiteX76" fmla="*/ 727075 w 1709738"/>
              <a:gd name="connsiteY76" fmla="*/ 307182 h 889000"/>
              <a:gd name="connsiteX77" fmla="*/ 691356 w 1709738"/>
              <a:gd name="connsiteY77" fmla="*/ 342901 h 889000"/>
              <a:gd name="connsiteX78" fmla="*/ 655637 w 1709738"/>
              <a:gd name="connsiteY78" fmla="*/ 307182 h 889000"/>
              <a:gd name="connsiteX79" fmla="*/ 691356 w 1709738"/>
              <a:gd name="connsiteY79" fmla="*/ 271463 h 889000"/>
              <a:gd name="connsiteX80" fmla="*/ 364331 w 1709738"/>
              <a:gd name="connsiteY80" fmla="*/ 271463 h 889000"/>
              <a:gd name="connsiteX81" fmla="*/ 400050 w 1709738"/>
              <a:gd name="connsiteY81" fmla="*/ 307182 h 889000"/>
              <a:gd name="connsiteX82" fmla="*/ 364331 w 1709738"/>
              <a:gd name="connsiteY82" fmla="*/ 342901 h 889000"/>
              <a:gd name="connsiteX83" fmla="*/ 328612 w 1709738"/>
              <a:gd name="connsiteY83" fmla="*/ 307182 h 889000"/>
              <a:gd name="connsiteX84" fmla="*/ 364331 w 1709738"/>
              <a:gd name="connsiteY84" fmla="*/ 271463 h 889000"/>
              <a:gd name="connsiteX85" fmla="*/ 35719 w 1709738"/>
              <a:gd name="connsiteY85" fmla="*/ 271463 h 889000"/>
              <a:gd name="connsiteX86" fmla="*/ 71438 w 1709738"/>
              <a:gd name="connsiteY86" fmla="*/ 307182 h 889000"/>
              <a:gd name="connsiteX87" fmla="*/ 35719 w 1709738"/>
              <a:gd name="connsiteY87" fmla="*/ 342901 h 889000"/>
              <a:gd name="connsiteX88" fmla="*/ 0 w 1709738"/>
              <a:gd name="connsiteY88" fmla="*/ 307182 h 889000"/>
              <a:gd name="connsiteX89" fmla="*/ 35719 w 1709738"/>
              <a:gd name="connsiteY89" fmla="*/ 271463 h 889000"/>
              <a:gd name="connsiteX90" fmla="*/ 1018381 w 1709738"/>
              <a:gd name="connsiteY90" fmla="*/ 0 h 889000"/>
              <a:gd name="connsiteX91" fmla="*/ 1054100 w 1709738"/>
              <a:gd name="connsiteY91" fmla="*/ 35719 h 889000"/>
              <a:gd name="connsiteX92" fmla="*/ 1018381 w 1709738"/>
              <a:gd name="connsiteY92" fmla="*/ 71438 h 889000"/>
              <a:gd name="connsiteX93" fmla="*/ 982662 w 1709738"/>
              <a:gd name="connsiteY93" fmla="*/ 35719 h 889000"/>
              <a:gd name="connsiteX94" fmla="*/ 1018381 w 1709738"/>
              <a:gd name="connsiteY94" fmla="*/ 0 h 889000"/>
              <a:gd name="connsiteX95" fmla="*/ 691356 w 1709738"/>
              <a:gd name="connsiteY95" fmla="*/ 0 h 889000"/>
              <a:gd name="connsiteX96" fmla="*/ 727075 w 1709738"/>
              <a:gd name="connsiteY96" fmla="*/ 35719 h 889000"/>
              <a:gd name="connsiteX97" fmla="*/ 691356 w 1709738"/>
              <a:gd name="connsiteY97" fmla="*/ 71438 h 889000"/>
              <a:gd name="connsiteX98" fmla="*/ 655637 w 1709738"/>
              <a:gd name="connsiteY98" fmla="*/ 35719 h 889000"/>
              <a:gd name="connsiteX99" fmla="*/ 691356 w 1709738"/>
              <a:gd name="connsiteY99" fmla="*/ 0 h 889000"/>
              <a:gd name="connsiteX100" fmla="*/ 364331 w 1709738"/>
              <a:gd name="connsiteY100" fmla="*/ 0 h 889000"/>
              <a:gd name="connsiteX101" fmla="*/ 400050 w 1709738"/>
              <a:gd name="connsiteY101" fmla="*/ 35719 h 889000"/>
              <a:gd name="connsiteX102" fmla="*/ 364331 w 1709738"/>
              <a:gd name="connsiteY102" fmla="*/ 71438 h 889000"/>
              <a:gd name="connsiteX103" fmla="*/ 328612 w 1709738"/>
              <a:gd name="connsiteY103" fmla="*/ 35719 h 889000"/>
              <a:gd name="connsiteX104" fmla="*/ 364331 w 1709738"/>
              <a:gd name="connsiteY104" fmla="*/ 0 h 889000"/>
              <a:gd name="connsiteX105" fmla="*/ 35719 w 1709738"/>
              <a:gd name="connsiteY105" fmla="*/ 0 h 889000"/>
              <a:gd name="connsiteX106" fmla="*/ 71438 w 1709738"/>
              <a:gd name="connsiteY106" fmla="*/ 35719 h 889000"/>
              <a:gd name="connsiteX107" fmla="*/ 35719 w 1709738"/>
              <a:gd name="connsiteY107" fmla="*/ 71438 h 889000"/>
              <a:gd name="connsiteX108" fmla="*/ 0 w 1709738"/>
              <a:gd name="connsiteY108" fmla="*/ 35719 h 889000"/>
              <a:gd name="connsiteX109" fmla="*/ 35719 w 1709738"/>
              <a:gd name="connsiteY109" fmla="*/ 0 h 889000"/>
              <a:gd name="connsiteX110" fmla="*/ 1674019 w 1709738"/>
              <a:gd name="connsiteY110" fmla="*/ 0 h 889000"/>
              <a:gd name="connsiteX111" fmla="*/ 1709738 w 1709738"/>
              <a:gd name="connsiteY111" fmla="*/ 35719 h 889000"/>
              <a:gd name="connsiteX112" fmla="*/ 1674019 w 1709738"/>
              <a:gd name="connsiteY112" fmla="*/ 71438 h 889000"/>
              <a:gd name="connsiteX113" fmla="*/ 1638300 w 1709738"/>
              <a:gd name="connsiteY113" fmla="*/ 35719 h 889000"/>
              <a:gd name="connsiteX114" fmla="*/ 1674019 w 1709738"/>
              <a:gd name="connsiteY114" fmla="*/ 0 h 889000"/>
              <a:gd name="connsiteX115" fmla="*/ 1346994 w 1709738"/>
              <a:gd name="connsiteY115" fmla="*/ 0 h 889000"/>
              <a:gd name="connsiteX116" fmla="*/ 1382713 w 1709738"/>
              <a:gd name="connsiteY116" fmla="*/ 35719 h 889000"/>
              <a:gd name="connsiteX117" fmla="*/ 1346994 w 1709738"/>
              <a:gd name="connsiteY117" fmla="*/ 71438 h 889000"/>
              <a:gd name="connsiteX118" fmla="*/ 1311275 w 1709738"/>
              <a:gd name="connsiteY118" fmla="*/ 35719 h 889000"/>
              <a:gd name="connsiteX119" fmla="*/ 1346994 w 1709738"/>
              <a:gd name="connsiteY119" fmla="*/ 0 h 88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1709738" h="889000">
                <a:moveTo>
                  <a:pt x="1674019" y="812800"/>
                </a:moveTo>
                <a:cubicBezTo>
                  <a:pt x="1693746" y="812800"/>
                  <a:pt x="1709738" y="829858"/>
                  <a:pt x="1709738" y="850900"/>
                </a:cubicBezTo>
                <a:cubicBezTo>
                  <a:pt x="1709738" y="871942"/>
                  <a:pt x="1693746" y="889000"/>
                  <a:pt x="1674019" y="889000"/>
                </a:cubicBezTo>
                <a:cubicBezTo>
                  <a:pt x="1654292" y="889000"/>
                  <a:pt x="1638300" y="871942"/>
                  <a:pt x="1638300" y="850900"/>
                </a:cubicBezTo>
                <a:cubicBezTo>
                  <a:pt x="1638300" y="829858"/>
                  <a:pt x="1654292" y="812800"/>
                  <a:pt x="1674019" y="812800"/>
                </a:cubicBezTo>
                <a:close/>
                <a:moveTo>
                  <a:pt x="1346994" y="812800"/>
                </a:moveTo>
                <a:cubicBezTo>
                  <a:pt x="1366721" y="812800"/>
                  <a:pt x="1382713" y="829858"/>
                  <a:pt x="1382713" y="850900"/>
                </a:cubicBezTo>
                <a:cubicBezTo>
                  <a:pt x="1382713" y="871942"/>
                  <a:pt x="1366721" y="889000"/>
                  <a:pt x="1346994" y="889000"/>
                </a:cubicBezTo>
                <a:cubicBezTo>
                  <a:pt x="1327267" y="889000"/>
                  <a:pt x="1311275" y="871942"/>
                  <a:pt x="1311275" y="850900"/>
                </a:cubicBezTo>
                <a:cubicBezTo>
                  <a:pt x="1311275" y="829858"/>
                  <a:pt x="1327267" y="812800"/>
                  <a:pt x="1346994" y="812800"/>
                </a:cubicBezTo>
                <a:close/>
                <a:moveTo>
                  <a:pt x="1018381" y="812800"/>
                </a:moveTo>
                <a:cubicBezTo>
                  <a:pt x="1038108" y="812800"/>
                  <a:pt x="1054100" y="829858"/>
                  <a:pt x="1054100" y="850900"/>
                </a:cubicBezTo>
                <a:cubicBezTo>
                  <a:pt x="1054100" y="871942"/>
                  <a:pt x="1038108" y="889000"/>
                  <a:pt x="1018381" y="889000"/>
                </a:cubicBezTo>
                <a:cubicBezTo>
                  <a:pt x="998654" y="889000"/>
                  <a:pt x="982662" y="871942"/>
                  <a:pt x="982662" y="850900"/>
                </a:cubicBezTo>
                <a:cubicBezTo>
                  <a:pt x="982662" y="829858"/>
                  <a:pt x="998654" y="812800"/>
                  <a:pt x="1018381" y="812800"/>
                </a:cubicBezTo>
                <a:close/>
                <a:moveTo>
                  <a:pt x="691356" y="812800"/>
                </a:moveTo>
                <a:cubicBezTo>
                  <a:pt x="711083" y="812800"/>
                  <a:pt x="727075" y="829858"/>
                  <a:pt x="727075" y="850900"/>
                </a:cubicBezTo>
                <a:cubicBezTo>
                  <a:pt x="727075" y="871942"/>
                  <a:pt x="711083" y="889000"/>
                  <a:pt x="691356" y="889000"/>
                </a:cubicBezTo>
                <a:cubicBezTo>
                  <a:pt x="671629" y="889000"/>
                  <a:pt x="655637" y="871942"/>
                  <a:pt x="655637" y="850900"/>
                </a:cubicBezTo>
                <a:cubicBezTo>
                  <a:pt x="655637" y="829858"/>
                  <a:pt x="671629" y="812800"/>
                  <a:pt x="691356" y="812800"/>
                </a:cubicBezTo>
                <a:close/>
                <a:moveTo>
                  <a:pt x="364331" y="812800"/>
                </a:moveTo>
                <a:cubicBezTo>
                  <a:pt x="384058" y="812800"/>
                  <a:pt x="400050" y="829858"/>
                  <a:pt x="400050" y="850900"/>
                </a:cubicBezTo>
                <a:cubicBezTo>
                  <a:pt x="400050" y="871942"/>
                  <a:pt x="384058" y="889000"/>
                  <a:pt x="364331" y="889000"/>
                </a:cubicBezTo>
                <a:cubicBezTo>
                  <a:pt x="344604" y="889000"/>
                  <a:pt x="328612" y="871942"/>
                  <a:pt x="328612" y="850900"/>
                </a:cubicBezTo>
                <a:cubicBezTo>
                  <a:pt x="328612" y="829858"/>
                  <a:pt x="344604" y="812800"/>
                  <a:pt x="364331" y="812800"/>
                </a:cubicBezTo>
                <a:close/>
                <a:moveTo>
                  <a:pt x="35719" y="812800"/>
                </a:moveTo>
                <a:cubicBezTo>
                  <a:pt x="55446" y="812800"/>
                  <a:pt x="71438" y="829858"/>
                  <a:pt x="71438" y="850900"/>
                </a:cubicBezTo>
                <a:cubicBezTo>
                  <a:pt x="71438" y="871942"/>
                  <a:pt x="55446" y="889000"/>
                  <a:pt x="35719" y="889000"/>
                </a:cubicBezTo>
                <a:cubicBezTo>
                  <a:pt x="15992" y="889000"/>
                  <a:pt x="0" y="871942"/>
                  <a:pt x="0" y="850900"/>
                </a:cubicBezTo>
                <a:cubicBezTo>
                  <a:pt x="0" y="829858"/>
                  <a:pt x="15992" y="812800"/>
                  <a:pt x="35719" y="812800"/>
                </a:cubicBezTo>
                <a:close/>
                <a:moveTo>
                  <a:pt x="1674019" y="542925"/>
                </a:moveTo>
                <a:cubicBezTo>
                  <a:pt x="1693746" y="542925"/>
                  <a:pt x="1709738" y="558917"/>
                  <a:pt x="1709738" y="578644"/>
                </a:cubicBezTo>
                <a:cubicBezTo>
                  <a:pt x="1709738" y="598371"/>
                  <a:pt x="1693746" y="614363"/>
                  <a:pt x="1674019" y="614363"/>
                </a:cubicBezTo>
                <a:cubicBezTo>
                  <a:pt x="1654292" y="614363"/>
                  <a:pt x="1638300" y="598371"/>
                  <a:pt x="1638300" y="578644"/>
                </a:cubicBezTo>
                <a:cubicBezTo>
                  <a:pt x="1638300" y="558917"/>
                  <a:pt x="1654292" y="542925"/>
                  <a:pt x="1674019" y="542925"/>
                </a:cubicBezTo>
                <a:close/>
                <a:moveTo>
                  <a:pt x="1346994" y="542925"/>
                </a:moveTo>
                <a:cubicBezTo>
                  <a:pt x="1366721" y="542925"/>
                  <a:pt x="1382713" y="558917"/>
                  <a:pt x="1382713" y="578644"/>
                </a:cubicBezTo>
                <a:cubicBezTo>
                  <a:pt x="1382713" y="598371"/>
                  <a:pt x="1366721" y="614363"/>
                  <a:pt x="1346994" y="614363"/>
                </a:cubicBezTo>
                <a:cubicBezTo>
                  <a:pt x="1327267" y="614363"/>
                  <a:pt x="1311275" y="598371"/>
                  <a:pt x="1311275" y="578644"/>
                </a:cubicBezTo>
                <a:cubicBezTo>
                  <a:pt x="1311275" y="558917"/>
                  <a:pt x="1327267" y="542925"/>
                  <a:pt x="1346994" y="542925"/>
                </a:cubicBezTo>
                <a:close/>
                <a:moveTo>
                  <a:pt x="1018381" y="542925"/>
                </a:moveTo>
                <a:cubicBezTo>
                  <a:pt x="1038108" y="542925"/>
                  <a:pt x="1054100" y="558917"/>
                  <a:pt x="1054100" y="578644"/>
                </a:cubicBezTo>
                <a:cubicBezTo>
                  <a:pt x="1054100" y="598371"/>
                  <a:pt x="1038108" y="614363"/>
                  <a:pt x="1018381" y="614363"/>
                </a:cubicBezTo>
                <a:cubicBezTo>
                  <a:pt x="998654" y="614363"/>
                  <a:pt x="982662" y="598371"/>
                  <a:pt x="982662" y="578644"/>
                </a:cubicBezTo>
                <a:cubicBezTo>
                  <a:pt x="982662" y="558917"/>
                  <a:pt x="998654" y="542925"/>
                  <a:pt x="1018381" y="542925"/>
                </a:cubicBezTo>
                <a:close/>
                <a:moveTo>
                  <a:pt x="691356" y="542925"/>
                </a:moveTo>
                <a:cubicBezTo>
                  <a:pt x="711083" y="542925"/>
                  <a:pt x="727075" y="558917"/>
                  <a:pt x="727075" y="578644"/>
                </a:cubicBezTo>
                <a:cubicBezTo>
                  <a:pt x="727075" y="598371"/>
                  <a:pt x="711083" y="614363"/>
                  <a:pt x="691356" y="614363"/>
                </a:cubicBezTo>
                <a:cubicBezTo>
                  <a:pt x="671629" y="614363"/>
                  <a:pt x="655637" y="598371"/>
                  <a:pt x="655637" y="578644"/>
                </a:cubicBezTo>
                <a:cubicBezTo>
                  <a:pt x="655637" y="558917"/>
                  <a:pt x="671629" y="542925"/>
                  <a:pt x="691356" y="542925"/>
                </a:cubicBezTo>
                <a:close/>
                <a:moveTo>
                  <a:pt x="364331" y="542925"/>
                </a:moveTo>
                <a:cubicBezTo>
                  <a:pt x="384058" y="542925"/>
                  <a:pt x="400050" y="558917"/>
                  <a:pt x="400050" y="578644"/>
                </a:cubicBezTo>
                <a:cubicBezTo>
                  <a:pt x="400050" y="598371"/>
                  <a:pt x="384058" y="614363"/>
                  <a:pt x="364331" y="614363"/>
                </a:cubicBezTo>
                <a:cubicBezTo>
                  <a:pt x="344604" y="614363"/>
                  <a:pt x="328612" y="598371"/>
                  <a:pt x="328612" y="578644"/>
                </a:cubicBezTo>
                <a:cubicBezTo>
                  <a:pt x="328612" y="558917"/>
                  <a:pt x="344604" y="542925"/>
                  <a:pt x="364331" y="542925"/>
                </a:cubicBezTo>
                <a:close/>
                <a:moveTo>
                  <a:pt x="35719" y="542925"/>
                </a:moveTo>
                <a:cubicBezTo>
                  <a:pt x="55446" y="542925"/>
                  <a:pt x="71438" y="558917"/>
                  <a:pt x="71438" y="578644"/>
                </a:cubicBezTo>
                <a:cubicBezTo>
                  <a:pt x="71438" y="598371"/>
                  <a:pt x="55446" y="614363"/>
                  <a:pt x="35719" y="614363"/>
                </a:cubicBezTo>
                <a:cubicBezTo>
                  <a:pt x="15992" y="614363"/>
                  <a:pt x="0" y="598371"/>
                  <a:pt x="0" y="578644"/>
                </a:cubicBezTo>
                <a:cubicBezTo>
                  <a:pt x="0" y="558917"/>
                  <a:pt x="15992" y="542925"/>
                  <a:pt x="35719" y="542925"/>
                </a:cubicBezTo>
                <a:close/>
                <a:moveTo>
                  <a:pt x="1674019" y="271463"/>
                </a:moveTo>
                <a:cubicBezTo>
                  <a:pt x="1693746" y="271463"/>
                  <a:pt x="1709738" y="287455"/>
                  <a:pt x="1709738" y="307182"/>
                </a:cubicBezTo>
                <a:cubicBezTo>
                  <a:pt x="1709738" y="326909"/>
                  <a:pt x="1693746" y="342901"/>
                  <a:pt x="1674019" y="342901"/>
                </a:cubicBezTo>
                <a:cubicBezTo>
                  <a:pt x="1654292" y="342901"/>
                  <a:pt x="1638300" y="326909"/>
                  <a:pt x="1638300" y="307182"/>
                </a:cubicBezTo>
                <a:cubicBezTo>
                  <a:pt x="1638300" y="287455"/>
                  <a:pt x="1654292" y="271463"/>
                  <a:pt x="1674019" y="271463"/>
                </a:cubicBezTo>
                <a:close/>
                <a:moveTo>
                  <a:pt x="1346994" y="271463"/>
                </a:moveTo>
                <a:cubicBezTo>
                  <a:pt x="1366721" y="271463"/>
                  <a:pt x="1382713" y="287455"/>
                  <a:pt x="1382713" y="307182"/>
                </a:cubicBezTo>
                <a:cubicBezTo>
                  <a:pt x="1382713" y="326909"/>
                  <a:pt x="1366721" y="342901"/>
                  <a:pt x="1346994" y="342901"/>
                </a:cubicBezTo>
                <a:cubicBezTo>
                  <a:pt x="1327267" y="342901"/>
                  <a:pt x="1311275" y="326909"/>
                  <a:pt x="1311275" y="307182"/>
                </a:cubicBezTo>
                <a:cubicBezTo>
                  <a:pt x="1311275" y="287455"/>
                  <a:pt x="1327267" y="271463"/>
                  <a:pt x="1346994" y="271463"/>
                </a:cubicBezTo>
                <a:close/>
                <a:moveTo>
                  <a:pt x="1018381" y="271463"/>
                </a:moveTo>
                <a:cubicBezTo>
                  <a:pt x="1038108" y="271463"/>
                  <a:pt x="1054100" y="287455"/>
                  <a:pt x="1054100" y="307182"/>
                </a:cubicBezTo>
                <a:cubicBezTo>
                  <a:pt x="1054100" y="326909"/>
                  <a:pt x="1038108" y="342901"/>
                  <a:pt x="1018381" y="342901"/>
                </a:cubicBezTo>
                <a:cubicBezTo>
                  <a:pt x="998654" y="342901"/>
                  <a:pt x="982662" y="326909"/>
                  <a:pt x="982662" y="307182"/>
                </a:cubicBezTo>
                <a:cubicBezTo>
                  <a:pt x="982662" y="287455"/>
                  <a:pt x="998654" y="271463"/>
                  <a:pt x="1018381" y="271463"/>
                </a:cubicBezTo>
                <a:close/>
                <a:moveTo>
                  <a:pt x="691356" y="271463"/>
                </a:moveTo>
                <a:cubicBezTo>
                  <a:pt x="711083" y="271463"/>
                  <a:pt x="727075" y="287455"/>
                  <a:pt x="727075" y="307182"/>
                </a:cubicBezTo>
                <a:cubicBezTo>
                  <a:pt x="727075" y="326909"/>
                  <a:pt x="711083" y="342901"/>
                  <a:pt x="691356" y="342901"/>
                </a:cubicBezTo>
                <a:cubicBezTo>
                  <a:pt x="671629" y="342901"/>
                  <a:pt x="655637" y="326909"/>
                  <a:pt x="655637" y="307182"/>
                </a:cubicBezTo>
                <a:cubicBezTo>
                  <a:pt x="655637" y="287455"/>
                  <a:pt x="671629" y="271463"/>
                  <a:pt x="691356" y="271463"/>
                </a:cubicBezTo>
                <a:close/>
                <a:moveTo>
                  <a:pt x="364331" y="271463"/>
                </a:moveTo>
                <a:cubicBezTo>
                  <a:pt x="384058" y="271463"/>
                  <a:pt x="400050" y="287455"/>
                  <a:pt x="400050" y="307182"/>
                </a:cubicBezTo>
                <a:cubicBezTo>
                  <a:pt x="400050" y="326909"/>
                  <a:pt x="384058" y="342901"/>
                  <a:pt x="364331" y="342901"/>
                </a:cubicBezTo>
                <a:cubicBezTo>
                  <a:pt x="344604" y="342901"/>
                  <a:pt x="328612" y="326909"/>
                  <a:pt x="328612" y="307182"/>
                </a:cubicBezTo>
                <a:cubicBezTo>
                  <a:pt x="328612" y="287455"/>
                  <a:pt x="344604" y="271463"/>
                  <a:pt x="364331" y="271463"/>
                </a:cubicBezTo>
                <a:close/>
                <a:moveTo>
                  <a:pt x="35719" y="271463"/>
                </a:moveTo>
                <a:cubicBezTo>
                  <a:pt x="55446" y="271463"/>
                  <a:pt x="71438" y="287455"/>
                  <a:pt x="71438" y="307182"/>
                </a:cubicBezTo>
                <a:cubicBezTo>
                  <a:pt x="71438" y="326909"/>
                  <a:pt x="55446" y="342901"/>
                  <a:pt x="35719" y="342901"/>
                </a:cubicBezTo>
                <a:cubicBezTo>
                  <a:pt x="15992" y="342901"/>
                  <a:pt x="0" y="326909"/>
                  <a:pt x="0" y="307182"/>
                </a:cubicBezTo>
                <a:cubicBezTo>
                  <a:pt x="0" y="287455"/>
                  <a:pt x="15992" y="271463"/>
                  <a:pt x="35719" y="271463"/>
                </a:cubicBezTo>
                <a:close/>
                <a:moveTo>
                  <a:pt x="1018381" y="0"/>
                </a:moveTo>
                <a:cubicBezTo>
                  <a:pt x="1038108" y="0"/>
                  <a:pt x="1054100" y="15992"/>
                  <a:pt x="1054100" y="35719"/>
                </a:cubicBezTo>
                <a:cubicBezTo>
                  <a:pt x="1054100" y="55446"/>
                  <a:pt x="1038108" y="71438"/>
                  <a:pt x="1018381" y="71438"/>
                </a:cubicBezTo>
                <a:cubicBezTo>
                  <a:pt x="998654" y="71438"/>
                  <a:pt x="982662" y="55446"/>
                  <a:pt x="982662" y="35719"/>
                </a:cubicBezTo>
                <a:cubicBezTo>
                  <a:pt x="982662" y="15992"/>
                  <a:pt x="998654" y="0"/>
                  <a:pt x="1018381" y="0"/>
                </a:cubicBezTo>
                <a:close/>
                <a:moveTo>
                  <a:pt x="691356" y="0"/>
                </a:moveTo>
                <a:cubicBezTo>
                  <a:pt x="711083" y="0"/>
                  <a:pt x="727075" y="15992"/>
                  <a:pt x="727075" y="35719"/>
                </a:cubicBezTo>
                <a:cubicBezTo>
                  <a:pt x="727075" y="55446"/>
                  <a:pt x="711083" y="71438"/>
                  <a:pt x="691356" y="71438"/>
                </a:cubicBezTo>
                <a:cubicBezTo>
                  <a:pt x="671629" y="71438"/>
                  <a:pt x="655637" y="55446"/>
                  <a:pt x="655637" y="35719"/>
                </a:cubicBezTo>
                <a:cubicBezTo>
                  <a:pt x="655637" y="15992"/>
                  <a:pt x="671629" y="0"/>
                  <a:pt x="691356" y="0"/>
                </a:cubicBezTo>
                <a:close/>
                <a:moveTo>
                  <a:pt x="364331" y="0"/>
                </a:moveTo>
                <a:cubicBezTo>
                  <a:pt x="384058" y="0"/>
                  <a:pt x="400050" y="15992"/>
                  <a:pt x="400050" y="35719"/>
                </a:cubicBezTo>
                <a:cubicBezTo>
                  <a:pt x="400050" y="55446"/>
                  <a:pt x="384058" y="71438"/>
                  <a:pt x="364331" y="71438"/>
                </a:cubicBezTo>
                <a:cubicBezTo>
                  <a:pt x="344604" y="71438"/>
                  <a:pt x="328612" y="55446"/>
                  <a:pt x="328612" y="35719"/>
                </a:cubicBezTo>
                <a:cubicBezTo>
                  <a:pt x="328612" y="15992"/>
                  <a:pt x="344604" y="0"/>
                  <a:pt x="364331" y="0"/>
                </a:cubicBezTo>
                <a:close/>
                <a:moveTo>
                  <a:pt x="35719" y="0"/>
                </a:moveTo>
                <a:cubicBezTo>
                  <a:pt x="55446" y="0"/>
                  <a:pt x="71438" y="15992"/>
                  <a:pt x="71438" y="35719"/>
                </a:cubicBezTo>
                <a:cubicBezTo>
                  <a:pt x="71438" y="55446"/>
                  <a:pt x="55446" y="71438"/>
                  <a:pt x="35719" y="71438"/>
                </a:cubicBezTo>
                <a:cubicBezTo>
                  <a:pt x="15992" y="71438"/>
                  <a:pt x="0" y="55446"/>
                  <a:pt x="0" y="35719"/>
                </a:cubicBezTo>
                <a:cubicBezTo>
                  <a:pt x="0" y="15992"/>
                  <a:pt x="15992" y="0"/>
                  <a:pt x="35719" y="0"/>
                </a:cubicBezTo>
                <a:close/>
                <a:moveTo>
                  <a:pt x="1674019" y="0"/>
                </a:moveTo>
                <a:cubicBezTo>
                  <a:pt x="1693746" y="0"/>
                  <a:pt x="1709738" y="15992"/>
                  <a:pt x="1709738" y="35719"/>
                </a:cubicBezTo>
                <a:cubicBezTo>
                  <a:pt x="1709738" y="55446"/>
                  <a:pt x="1693746" y="71438"/>
                  <a:pt x="1674019" y="71438"/>
                </a:cubicBezTo>
                <a:cubicBezTo>
                  <a:pt x="1654292" y="71438"/>
                  <a:pt x="1638300" y="55446"/>
                  <a:pt x="1638300" y="35719"/>
                </a:cubicBezTo>
                <a:cubicBezTo>
                  <a:pt x="1638300" y="15992"/>
                  <a:pt x="1654292" y="0"/>
                  <a:pt x="1674019" y="0"/>
                </a:cubicBezTo>
                <a:close/>
                <a:moveTo>
                  <a:pt x="1346994" y="0"/>
                </a:moveTo>
                <a:cubicBezTo>
                  <a:pt x="1366721" y="0"/>
                  <a:pt x="1382713" y="15992"/>
                  <a:pt x="1382713" y="35719"/>
                </a:cubicBezTo>
                <a:cubicBezTo>
                  <a:pt x="1382713" y="55446"/>
                  <a:pt x="1366721" y="71438"/>
                  <a:pt x="1346994" y="71438"/>
                </a:cubicBezTo>
                <a:cubicBezTo>
                  <a:pt x="1327267" y="71438"/>
                  <a:pt x="1311275" y="55446"/>
                  <a:pt x="1311275" y="35719"/>
                </a:cubicBezTo>
                <a:cubicBezTo>
                  <a:pt x="1311275" y="15992"/>
                  <a:pt x="1327267" y="0"/>
                  <a:pt x="1346994" y="0"/>
                </a:cubicBezTo>
                <a:close/>
              </a:path>
            </a:pathLst>
          </a:custGeom>
          <a:gradFill>
            <a:gsLst>
              <a:gs pos="100000">
                <a:schemeClr val="bg1"/>
              </a:gs>
              <a:gs pos="3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53" name="文本框 52"/>
          <p:cNvSpPr txBox="1"/>
          <p:nvPr/>
        </p:nvSpPr>
        <p:spPr>
          <a:xfrm>
            <a:off x="-85081" y="5749594"/>
            <a:ext cx="48428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600" dirty="0" err="1">
                <a:gradFill>
                  <a:gsLst>
                    <a:gs pos="100000">
                      <a:schemeClr val="bg1">
                        <a:alpha val="0"/>
                      </a:schemeClr>
                    </a:gs>
                    <a:gs pos="50000">
                      <a:schemeClr val="bg1">
                        <a:alpha val="1000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+mj-ea"/>
                <a:ea typeface="+mj-ea"/>
              </a:rPr>
              <a:t>edusphere</a:t>
            </a:r>
            <a:endParaRPr lang="zh-CN" altLang="en-US" sz="6600" dirty="0">
              <a:gradFill>
                <a:gsLst>
                  <a:gs pos="100000">
                    <a:schemeClr val="bg1">
                      <a:alpha val="0"/>
                    </a:schemeClr>
                  </a:gs>
                  <a:gs pos="50000">
                    <a:schemeClr val="bg1">
                      <a:alpha val="10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latin typeface="+mj-ea"/>
              <a:ea typeface="+mj-ea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465356" y="6704813"/>
            <a:ext cx="1205892" cy="152366"/>
          </a:xfrm>
          <a:custGeom>
            <a:avLst/>
            <a:gdLst>
              <a:gd name="connsiteX0" fmla="*/ 1679944 w 2022844"/>
              <a:gd name="connsiteY0" fmla="*/ 0 h 255589"/>
              <a:gd name="connsiteX1" fmla="*/ 2022844 w 2022844"/>
              <a:gd name="connsiteY1" fmla="*/ 0 h 255589"/>
              <a:gd name="connsiteX2" fmla="*/ 1767255 w 2022844"/>
              <a:gd name="connsiteY2" fmla="*/ 255589 h 255589"/>
              <a:gd name="connsiteX3" fmla="*/ 1424355 w 2022844"/>
              <a:gd name="connsiteY3" fmla="*/ 255589 h 255589"/>
              <a:gd name="connsiteX4" fmla="*/ 1205159 w 2022844"/>
              <a:gd name="connsiteY4" fmla="*/ 0 h 255589"/>
              <a:gd name="connsiteX5" fmla="*/ 1548059 w 2022844"/>
              <a:gd name="connsiteY5" fmla="*/ 0 h 255589"/>
              <a:gd name="connsiteX6" fmla="*/ 1292470 w 2022844"/>
              <a:gd name="connsiteY6" fmla="*/ 255589 h 255589"/>
              <a:gd name="connsiteX7" fmla="*/ 949570 w 2022844"/>
              <a:gd name="connsiteY7" fmla="*/ 255589 h 255589"/>
              <a:gd name="connsiteX8" fmla="*/ 730374 w 2022844"/>
              <a:gd name="connsiteY8" fmla="*/ 0 h 255589"/>
              <a:gd name="connsiteX9" fmla="*/ 1073274 w 2022844"/>
              <a:gd name="connsiteY9" fmla="*/ 0 h 255589"/>
              <a:gd name="connsiteX10" fmla="*/ 817685 w 2022844"/>
              <a:gd name="connsiteY10" fmla="*/ 255589 h 255589"/>
              <a:gd name="connsiteX11" fmla="*/ 474785 w 2022844"/>
              <a:gd name="connsiteY11" fmla="*/ 255589 h 255589"/>
              <a:gd name="connsiteX12" fmla="*/ 255589 w 2022844"/>
              <a:gd name="connsiteY12" fmla="*/ 0 h 255589"/>
              <a:gd name="connsiteX13" fmla="*/ 598489 w 2022844"/>
              <a:gd name="connsiteY13" fmla="*/ 0 h 255589"/>
              <a:gd name="connsiteX14" fmla="*/ 342900 w 2022844"/>
              <a:gd name="connsiteY14" fmla="*/ 255589 h 255589"/>
              <a:gd name="connsiteX15" fmla="*/ 0 w 2022844"/>
              <a:gd name="connsiteY15" fmla="*/ 255589 h 25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22844" h="255589">
                <a:moveTo>
                  <a:pt x="1679944" y="0"/>
                </a:moveTo>
                <a:lnTo>
                  <a:pt x="2022844" y="0"/>
                </a:lnTo>
                <a:lnTo>
                  <a:pt x="1767255" y="255589"/>
                </a:lnTo>
                <a:lnTo>
                  <a:pt x="1424355" y="255589"/>
                </a:lnTo>
                <a:close/>
                <a:moveTo>
                  <a:pt x="1205159" y="0"/>
                </a:moveTo>
                <a:lnTo>
                  <a:pt x="1548059" y="0"/>
                </a:lnTo>
                <a:lnTo>
                  <a:pt x="1292470" y="255589"/>
                </a:lnTo>
                <a:lnTo>
                  <a:pt x="949570" y="255589"/>
                </a:lnTo>
                <a:close/>
                <a:moveTo>
                  <a:pt x="730374" y="0"/>
                </a:moveTo>
                <a:lnTo>
                  <a:pt x="1073274" y="0"/>
                </a:lnTo>
                <a:lnTo>
                  <a:pt x="817685" y="255589"/>
                </a:lnTo>
                <a:lnTo>
                  <a:pt x="474785" y="255589"/>
                </a:lnTo>
                <a:close/>
                <a:moveTo>
                  <a:pt x="255589" y="0"/>
                </a:moveTo>
                <a:lnTo>
                  <a:pt x="598489" y="0"/>
                </a:lnTo>
                <a:lnTo>
                  <a:pt x="342900" y="255589"/>
                </a:lnTo>
                <a:lnTo>
                  <a:pt x="0" y="255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>
            <p:custDataLst>
              <p:tags r:id="rId1"/>
            </p:custDataLst>
          </p:nvPr>
        </p:nvGrpSpPr>
        <p:grpSpPr>
          <a:xfrm>
            <a:off x="5272697" y="5041544"/>
            <a:ext cx="4801870" cy="461926"/>
            <a:chOff x="8825" y="8262"/>
            <a:chExt cx="7562" cy="762"/>
          </a:xfrm>
        </p:grpSpPr>
        <p:grpSp>
          <p:nvGrpSpPr>
            <p:cNvPr id="56" name="组合 55"/>
            <p:cNvGrpSpPr/>
            <p:nvPr/>
          </p:nvGrpSpPr>
          <p:grpSpPr>
            <a:xfrm>
              <a:off x="8825" y="8516"/>
              <a:ext cx="2825" cy="508"/>
              <a:chOff x="8825" y="8516"/>
              <a:chExt cx="2825" cy="508"/>
            </a:xfrm>
          </p:grpSpPr>
          <p:pic>
            <p:nvPicPr>
              <p:cNvPr id="60" name="图片 69" descr="3b333634343334373b4eba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825" y="8562"/>
                <a:ext cx="441" cy="441"/>
              </a:xfrm>
              <a:prstGeom prst="rect">
                <a:avLst/>
              </a:prstGeom>
            </p:spPr>
          </p:pic>
          <p:sp>
            <p:nvSpPr>
              <p:cNvPr id="61" name="文本框 6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333" y="8516"/>
                <a:ext cx="2317" cy="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汇报人：加宇翔</a:t>
                </a:r>
              </a:p>
            </p:txBody>
          </p:sp>
        </p:grpSp>
        <p:sp>
          <p:nvSpPr>
            <p:cNvPr id="59" name="文本框 58"/>
            <p:cNvSpPr txBox="1"/>
            <p:nvPr>
              <p:custDataLst>
                <p:tags r:id="rId2"/>
              </p:custDataLst>
            </p:nvPr>
          </p:nvSpPr>
          <p:spPr>
            <a:xfrm>
              <a:off x="13713" y="8262"/>
              <a:ext cx="2674" cy="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62" name="任意多边形: 形状 61"/>
          <p:cNvSpPr>
            <a:spLocks noChangeArrowheads="1"/>
          </p:cNvSpPr>
          <p:nvPr/>
        </p:nvSpPr>
        <p:spPr bwMode="auto">
          <a:xfrm>
            <a:off x="11135568" y="553969"/>
            <a:ext cx="408480" cy="970031"/>
          </a:xfrm>
          <a:custGeom>
            <a:avLst/>
            <a:gdLst>
              <a:gd name="connsiteX0" fmla="*/ 45424 w 701253"/>
              <a:gd name="connsiteY0" fmla="*/ 1617236 h 1665288"/>
              <a:gd name="connsiteX1" fmla="*/ 70576 w 701253"/>
              <a:gd name="connsiteY1" fmla="*/ 1641262 h 1665288"/>
              <a:gd name="connsiteX2" fmla="*/ 45424 w 701253"/>
              <a:gd name="connsiteY2" fmla="*/ 1665288 h 1665288"/>
              <a:gd name="connsiteX3" fmla="*/ 20272 w 701253"/>
              <a:gd name="connsiteY3" fmla="*/ 1641262 h 1665288"/>
              <a:gd name="connsiteX4" fmla="*/ 45424 w 701253"/>
              <a:gd name="connsiteY4" fmla="*/ 1617236 h 1665288"/>
              <a:gd name="connsiteX5" fmla="*/ 253022 w 701253"/>
              <a:gd name="connsiteY5" fmla="*/ 1414519 h 1665288"/>
              <a:gd name="connsiteX6" fmla="*/ 277799 w 701253"/>
              <a:gd name="connsiteY6" fmla="*/ 1439296 h 1665288"/>
              <a:gd name="connsiteX7" fmla="*/ 253022 w 701253"/>
              <a:gd name="connsiteY7" fmla="*/ 1464073 h 1665288"/>
              <a:gd name="connsiteX8" fmla="*/ 228245 w 701253"/>
              <a:gd name="connsiteY8" fmla="*/ 1439296 h 1665288"/>
              <a:gd name="connsiteX9" fmla="*/ 253022 w 701253"/>
              <a:gd name="connsiteY9" fmla="*/ 1414519 h 1665288"/>
              <a:gd name="connsiteX10" fmla="*/ 42046 w 701253"/>
              <a:gd name="connsiteY10" fmla="*/ 1414519 h 1665288"/>
              <a:gd name="connsiteX11" fmla="*/ 66823 w 701253"/>
              <a:gd name="connsiteY11" fmla="*/ 1439296 h 1665288"/>
              <a:gd name="connsiteX12" fmla="*/ 42046 w 701253"/>
              <a:gd name="connsiteY12" fmla="*/ 1464073 h 1665288"/>
              <a:gd name="connsiteX13" fmla="*/ 17269 w 701253"/>
              <a:gd name="connsiteY13" fmla="*/ 1439296 h 1665288"/>
              <a:gd name="connsiteX14" fmla="*/ 42046 w 701253"/>
              <a:gd name="connsiteY14" fmla="*/ 1414519 h 1665288"/>
              <a:gd name="connsiteX15" fmla="*/ 468503 w 701253"/>
              <a:gd name="connsiteY15" fmla="*/ 1211801 h 1665288"/>
              <a:gd name="connsiteX16" fmla="*/ 493280 w 701253"/>
              <a:gd name="connsiteY16" fmla="*/ 1236578 h 1665288"/>
              <a:gd name="connsiteX17" fmla="*/ 468503 w 701253"/>
              <a:gd name="connsiteY17" fmla="*/ 1261355 h 1665288"/>
              <a:gd name="connsiteX18" fmla="*/ 443726 w 701253"/>
              <a:gd name="connsiteY18" fmla="*/ 1236578 h 1665288"/>
              <a:gd name="connsiteX19" fmla="*/ 468503 w 701253"/>
              <a:gd name="connsiteY19" fmla="*/ 1211801 h 1665288"/>
              <a:gd name="connsiteX20" fmla="*/ 256776 w 701253"/>
              <a:gd name="connsiteY20" fmla="*/ 1211801 h 1665288"/>
              <a:gd name="connsiteX21" fmla="*/ 280802 w 701253"/>
              <a:gd name="connsiteY21" fmla="*/ 1236578 h 1665288"/>
              <a:gd name="connsiteX22" fmla="*/ 256776 w 701253"/>
              <a:gd name="connsiteY22" fmla="*/ 1261355 h 1665288"/>
              <a:gd name="connsiteX23" fmla="*/ 232750 w 701253"/>
              <a:gd name="connsiteY23" fmla="*/ 1236578 h 1665288"/>
              <a:gd name="connsiteX24" fmla="*/ 256776 w 701253"/>
              <a:gd name="connsiteY24" fmla="*/ 1211801 h 1665288"/>
              <a:gd name="connsiteX25" fmla="*/ 45424 w 701253"/>
              <a:gd name="connsiteY25" fmla="*/ 1211801 h 1665288"/>
              <a:gd name="connsiteX26" fmla="*/ 70576 w 701253"/>
              <a:gd name="connsiteY26" fmla="*/ 1236578 h 1665288"/>
              <a:gd name="connsiteX27" fmla="*/ 45424 w 701253"/>
              <a:gd name="connsiteY27" fmla="*/ 1261355 h 1665288"/>
              <a:gd name="connsiteX28" fmla="*/ 20272 w 701253"/>
              <a:gd name="connsiteY28" fmla="*/ 1236578 h 1665288"/>
              <a:gd name="connsiteX29" fmla="*/ 45424 w 701253"/>
              <a:gd name="connsiteY29" fmla="*/ 1211801 h 1665288"/>
              <a:gd name="connsiteX30" fmla="*/ 676101 w 701253"/>
              <a:gd name="connsiteY30" fmla="*/ 1010585 h 1665288"/>
              <a:gd name="connsiteX31" fmla="*/ 701253 w 701253"/>
              <a:gd name="connsiteY31" fmla="*/ 1035362 h 1665288"/>
              <a:gd name="connsiteX32" fmla="*/ 676101 w 701253"/>
              <a:gd name="connsiteY32" fmla="*/ 1060139 h 1665288"/>
              <a:gd name="connsiteX33" fmla="*/ 650949 w 701253"/>
              <a:gd name="connsiteY33" fmla="*/ 1035362 h 1665288"/>
              <a:gd name="connsiteX34" fmla="*/ 676101 w 701253"/>
              <a:gd name="connsiteY34" fmla="*/ 1010585 h 1665288"/>
              <a:gd name="connsiteX35" fmla="*/ 464373 w 701253"/>
              <a:gd name="connsiteY35" fmla="*/ 1010585 h 1665288"/>
              <a:gd name="connsiteX36" fmla="*/ 488774 w 701253"/>
              <a:gd name="connsiteY36" fmla="*/ 1035362 h 1665288"/>
              <a:gd name="connsiteX37" fmla="*/ 464373 w 701253"/>
              <a:gd name="connsiteY37" fmla="*/ 1060139 h 1665288"/>
              <a:gd name="connsiteX38" fmla="*/ 439972 w 701253"/>
              <a:gd name="connsiteY38" fmla="*/ 1035362 h 1665288"/>
              <a:gd name="connsiteX39" fmla="*/ 464373 w 701253"/>
              <a:gd name="connsiteY39" fmla="*/ 1010585 h 1665288"/>
              <a:gd name="connsiteX40" fmla="*/ 253022 w 701253"/>
              <a:gd name="connsiteY40" fmla="*/ 1010585 h 1665288"/>
              <a:gd name="connsiteX41" fmla="*/ 277799 w 701253"/>
              <a:gd name="connsiteY41" fmla="*/ 1035362 h 1665288"/>
              <a:gd name="connsiteX42" fmla="*/ 253022 w 701253"/>
              <a:gd name="connsiteY42" fmla="*/ 1060139 h 1665288"/>
              <a:gd name="connsiteX43" fmla="*/ 228245 w 701253"/>
              <a:gd name="connsiteY43" fmla="*/ 1035362 h 1665288"/>
              <a:gd name="connsiteX44" fmla="*/ 253022 w 701253"/>
              <a:gd name="connsiteY44" fmla="*/ 1010585 h 1665288"/>
              <a:gd name="connsiteX45" fmla="*/ 42046 w 701253"/>
              <a:gd name="connsiteY45" fmla="*/ 1010585 h 1665288"/>
              <a:gd name="connsiteX46" fmla="*/ 66823 w 701253"/>
              <a:gd name="connsiteY46" fmla="*/ 1035362 h 1665288"/>
              <a:gd name="connsiteX47" fmla="*/ 42046 w 701253"/>
              <a:gd name="connsiteY47" fmla="*/ 1060139 h 1665288"/>
              <a:gd name="connsiteX48" fmla="*/ 17269 w 701253"/>
              <a:gd name="connsiteY48" fmla="*/ 1035362 h 1665288"/>
              <a:gd name="connsiteX49" fmla="*/ 42046 w 701253"/>
              <a:gd name="connsiteY49" fmla="*/ 1010585 h 1665288"/>
              <a:gd name="connsiteX50" fmla="*/ 672347 w 701253"/>
              <a:gd name="connsiteY50" fmla="*/ 807867 h 1665288"/>
              <a:gd name="connsiteX51" fmla="*/ 696748 w 701253"/>
              <a:gd name="connsiteY51" fmla="*/ 832644 h 1665288"/>
              <a:gd name="connsiteX52" fmla="*/ 672347 w 701253"/>
              <a:gd name="connsiteY52" fmla="*/ 857421 h 1665288"/>
              <a:gd name="connsiteX53" fmla="*/ 647946 w 701253"/>
              <a:gd name="connsiteY53" fmla="*/ 832644 h 1665288"/>
              <a:gd name="connsiteX54" fmla="*/ 672347 w 701253"/>
              <a:gd name="connsiteY54" fmla="*/ 807867 h 1665288"/>
              <a:gd name="connsiteX55" fmla="*/ 461370 w 701253"/>
              <a:gd name="connsiteY55" fmla="*/ 807867 h 1665288"/>
              <a:gd name="connsiteX56" fmla="*/ 485771 w 701253"/>
              <a:gd name="connsiteY56" fmla="*/ 832644 h 1665288"/>
              <a:gd name="connsiteX57" fmla="*/ 461370 w 701253"/>
              <a:gd name="connsiteY57" fmla="*/ 857421 h 1665288"/>
              <a:gd name="connsiteX58" fmla="*/ 436969 w 701253"/>
              <a:gd name="connsiteY58" fmla="*/ 832644 h 1665288"/>
              <a:gd name="connsiteX59" fmla="*/ 461370 w 701253"/>
              <a:gd name="connsiteY59" fmla="*/ 807867 h 1665288"/>
              <a:gd name="connsiteX60" fmla="*/ 249643 w 701253"/>
              <a:gd name="connsiteY60" fmla="*/ 807867 h 1665288"/>
              <a:gd name="connsiteX61" fmla="*/ 274795 w 701253"/>
              <a:gd name="connsiteY61" fmla="*/ 832644 h 1665288"/>
              <a:gd name="connsiteX62" fmla="*/ 249643 w 701253"/>
              <a:gd name="connsiteY62" fmla="*/ 857421 h 1665288"/>
              <a:gd name="connsiteX63" fmla="*/ 224491 w 701253"/>
              <a:gd name="connsiteY63" fmla="*/ 832644 h 1665288"/>
              <a:gd name="connsiteX64" fmla="*/ 249643 w 701253"/>
              <a:gd name="connsiteY64" fmla="*/ 807867 h 1665288"/>
              <a:gd name="connsiteX65" fmla="*/ 38291 w 701253"/>
              <a:gd name="connsiteY65" fmla="*/ 807867 h 1665288"/>
              <a:gd name="connsiteX66" fmla="*/ 62317 w 701253"/>
              <a:gd name="connsiteY66" fmla="*/ 832644 h 1665288"/>
              <a:gd name="connsiteX67" fmla="*/ 38291 w 701253"/>
              <a:gd name="connsiteY67" fmla="*/ 857421 h 1665288"/>
              <a:gd name="connsiteX68" fmla="*/ 14265 w 701253"/>
              <a:gd name="connsiteY68" fmla="*/ 832644 h 1665288"/>
              <a:gd name="connsiteX69" fmla="*/ 38291 w 701253"/>
              <a:gd name="connsiteY69" fmla="*/ 807867 h 1665288"/>
              <a:gd name="connsiteX70" fmla="*/ 668969 w 701253"/>
              <a:gd name="connsiteY70" fmla="*/ 605150 h 1665288"/>
              <a:gd name="connsiteX71" fmla="*/ 692995 w 701253"/>
              <a:gd name="connsiteY71" fmla="*/ 629927 h 1665288"/>
              <a:gd name="connsiteX72" fmla="*/ 668969 w 701253"/>
              <a:gd name="connsiteY72" fmla="*/ 654704 h 1665288"/>
              <a:gd name="connsiteX73" fmla="*/ 644943 w 701253"/>
              <a:gd name="connsiteY73" fmla="*/ 629927 h 1665288"/>
              <a:gd name="connsiteX74" fmla="*/ 668969 w 701253"/>
              <a:gd name="connsiteY74" fmla="*/ 605150 h 1665288"/>
              <a:gd name="connsiteX75" fmla="*/ 457616 w 701253"/>
              <a:gd name="connsiteY75" fmla="*/ 605150 h 1665288"/>
              <a:gd name="connsiteX76" fmla="*/ 482768 w 701253"/>
              <a:gd name="connsiteY76" fmla="*/ 629927 h 1665288"/>
              <a:gd name="connsiteX77" fmla="*/ 457616 w 701253"/>
              <a:gd name="connsiteY77" fmla="*/ 654704 h 1665288"/>
              <a:gd name="connsiteX78" fmla="*/ 432464 w 701253"/>
              <a:gd name="connsiteY78" fmla="*/ 629927 h 1665288"/>
              <a:gd name="connsiteX79" fmla="*/ 457616 w 701253"/>
              <a:gd name="connsiteY79" fmla="*/ 605150 h 1665288"/>
              <a:gd name="connsiteX80" fmla="*/ 246640 w 701253"/>
              <a:gd name="connsiteY80" fmla="*/ 605150 h 1665288"/>
              <a:gd name="connsiteX81" fmla="*/ 271792 w 701253"/>
              <a:gd name="connsiteY81" fmla="*/ 629927 h 1665288"/>
              <a:gd name="connsiteX82" fmla="*/ 246640 w 701253"/>
              <a:gd name="connsiteY82" fmla="*/ 654704 h 1665288"/>
              <a:gd name="connsiteX83" fmla="*/ 221488 w 701253"/>
              <a:gd name="connsiteY83" fmla="*/ 629927 h 1665288"/>
              <a:gd name="connsiteX84" fmla="*/ 246640 w 701253"/>
              <a:gd name="connsiteY84" fmla="*/ 605150 h 1665288"/>
              <a:gd name="connsiteX85" fmla="*/ 34912 w 701253"/>
              <a:gd name="connsiteY85" fmla="*/ 605150 h 1665288"/>
              <a:gd name="connsiteX86" fmla="*/ 59313 w 701253"/>
              <a:gd name="connsiteY86" fmla="*/ 629927 h 1665288"/>
              <a:gd name="connsiteX87" fmla="*/ 34912 w 701253"/>
              <a:gd name="connsiteY87" fmla="*/ 654704 h 1665288"/>
              <a:gd name="connsiteX88" fmla="*/ 10511 w 701253"/>
              <a:gd name="connsiteY88" fmla="*/ 629927 h 1665288"/>
              <a:gd name="connsiteX89" fmla="*/ 34912 w 701253"/>
              <a:gd name="connsiteY89" fmla="*/ 605150 h 1665288"/>
              <a:gd name="connsiteX90" fmla="*/ 665215 w 701253"/>
              <a:gd name="connsiteY90" fmla="*/ 403934 h 1665288"/>
              <a:gd name="connsiteX91" fmla="*/ 689992 w 701253"/>
              <a:gd name="connsiteY91" fmla="*/ 428711 h 1665288"/>
              <a:gd name="connsiteX92" fmla="*/ 665215 w 701253"/>
              <a:gd name="connsiteY92" fmla="*/ 453488 h 1665288"/>
              <a:gd name="connsiteX93" fmla="*/ 640438 w 701253"/>
              <a:gd name="connsiteY93" fmla="*/ 428711 h 1665288"/>
              <a:gd name="connsiteX94" fmla="*/ 665215 w 701253"/>
              <a:gd name="connsiteY94" fmla="*/ 403934 h 1665288"/>
              <a:gd name="connsiteX95" fmla="*/ 454238 w 701253"/>
              <a:gd name="connsiteY95" fmla="*/ 403934 h 1665288"/>
              <a:gd name="connsiteX96" fmla="*/ 479015 w 701253"/>
              <a:gd name="connsiteY96" fmla="*/ 428711 h 1665288"/>
              <a:gd name="connsiteX97" fmla="*/ 454238 w 701253"/>
              <a:gd name="connsiteY97" fmla="*/ 453488 h 1665288"/>
              <a:gd name="connsiteX98" fmla="*/ 429461 w 701253"/>
              <a:gd name="connsiteY98" fmla="*/ 428711 h 1665288"/>
              <a:gd name="connsiteX99" fmla="*/ 454238 w 701253"/>
              <a:gd name="connsiteY99" fmla="*/ 403934 h 1665288"/>
              <a:gd name="connsiteX100" fmla="*/ 242886 w 701253"/>
              <a:gd name="connsiteY100" fmla="*/ 403934 h 1665288"/>
              <a:gd name="connsiteX101" fmla="*/ 267287 w 701253"/>
              <a:gd name="connsiteY101" fmla="*/ 428711 h 1665288"/>
              <a:gd name="connsiteX102" fmla="*/ 242886 w 701253"/>
              <a:gd name="connsiteY102" fmla="*/ 453488 h 1665288"/>
              <a:gd name="connsiteX103" fmla="*/ 218485 w 701253"/>
              <a:gd name="connsiteY103" fmla="*/ 428711 h 1665288"/>
              <a:gd name="connsiteX104" fmla="*/ 242886 w 701253"/>
              <a:gd name="connsiteY104" fmla="*/ 403934 h 1665288"/>
              <a:gd name="connsiteX105" fmla="*/ 31158 w 701253"/>
              <a:gd name="connsiteY105" fmla="*/ 403934 h 1665288"/>
              <a:gd name="connsiteX106" fmla="*/ 56310 w 701253"/>
              <a:gd name="connsiteY106" fmla="*/ 428711 h 1665288"/>
              <a:gd name="connsiteX107" fmla="*/ 31158 w 701253"/>
              <a:gd name="connsiteY107" fmla="*/ 453488 h 1665288"/>
              <a:gd name="connsiteX108" fmla="*/ 6006 w 701253"/>
              <a:gd name="connsiteY108" fmla="*/ 428711 h 1665288"/>
              <a:gd name="connsiteX109" fmla="*/ 31158 w 701253"/>
              <a:gd name="connsiteY109" fmla="*/ 403934 h 1665288"/>
              <a:gd name="connsiteX110" fmla="*/ 662211 w 701253"/>
              <a:gd name="connsiteY110" fmla="*/ 201216 h 1665288"/>
              <a:gd name="connsiteX111" fmla="*/ 686988 w 701253"/>
              <a:gd name="connsiteY111" fmla="*/ 225993 h 1665288"/>
              <a:gd name="connsiteX112" fmla="*/ 662211 w 701253"/>
              <a:gd name="connsiteY112" fmla="*/ 250770 h 1665288"/>
              <a:gd name="connsiteX113" fmla="*/ 637434 w 701253"/>
              <a:gd name="connsiteY113" fmla="*/ 225993 h 1665288"/>
              <a:gd name="connsiteX114" fmla="*/ 662211 w 701253"/>
              <a:gd name="connsiteY114" fmla="*/ 201216 h 1665288"/>
              <a:gd name="connsiteX115" fmla="*/ 450484 w 701253"/>
              <a:gd name="connsiteY115" fmla="*/ 201216 h 1665288"/>
              <a:gd name="connsiteX116" fmla="*/ 474510 w 701253"/>
              <a:gd name="connsiteY116" fmla="*/ 225993 h 1665288"/>
              <a:gd name="connsiteX117" fmla="*/ 450484 w 701253"/>
              <a:gd name="connsiteY117" fmla="*/ 250770 h 1665288"/>
              <a:gd name="connsiteX118" fmla="*/ 426458 w 701253"/>
              <a:gd name="connsiteY118" fmla="*/ 225993 h 1665288"/>
              <a:gd name="connsiteX119" fmla="*/ 450484 w 701253"/>
              <a:gd name="connsiteY119" fmla="*/ 201216 h 1665288"/>
              <a:gd name="connsiteX120" fmla="*/ 238757 w 701253"/>
              <a:gd name="connsiteY120" fmla="*/ 201216 h 1665288"/>
              <a:gd name="connsiteX121" fmla="*/ 263534 w 701253"/>
              <a:gd name="connsiteY121" fmla="*/ 225993 h 1665288"/>
              <a:gd name="connsiteX122" fmla="*/ 238757 w 701253"/>
              <a:gd name="connsiteY122" fmla="*/ 250770 h 1665288"/>
              <a:gd name="connsiteX123" fmla="*/ 213980 w 701253"/>
              <a:gd name="connsiteY123" fmla="*/ 225993 h 1665288"/>
              <a:gd name="connsiteX124" fmla="*/ 238757 w 701253"/>
              <a:gd name="connsiteY124" fmla="*/ 201216 h 1665288"/>
              <a:gd name="connsiteX125" fmla="*/ 28155 w 701253"/>
              <a:gd name="connsiteY125" fmla="*/ 201216 h 1665288"/>
              <a:gd name="connsiteX126" fmla="*/ 53307 w 701253"/>
              <a:gd name="connsiteY126" fmla="*/ 225993 h 1665288"/>
              <a:gd name="connsiteX127" fmla="*/ 28155 w 701253"/>
              <a:gd name="connsiteY127" fmla="*/ 250770 h 1665288"/>
              <a:gd name="connsiteX128" fmla="*/ 3003 w 701253"/>
              <a:gd name="connsiteY128" fmla="*/ 225993 h 1665288"/>
              <a:gd name="connsiteX129" fmla="*/ 28155 w 701253"/>
              <a:gd name="connsiteY129" fmla="*/ 201216 h 1665288"/>
              <a:gd name="connsiteX130" fmla="*/ 658081 w 701253"/>
              <a:gd name="connsiteY130" fmla="*/ 0 h 1665288"/>
              <a:gd name="connsiteX131" fmla="*/ 682482 w 701253"/>
              <a:gd name="connsiteY131" fmla="*/ 24026 h 1665288"/>
              <a:gd name="connsiteX132" fmla="*/ 658081 w 701253"/>
              <a:gd name="connsiteY132" fmla="*/ 48052 h 1665288"/>
              <a:gd name="connsiteX133" fmla="*/ 633680 w 701253"/>
              <a:gd name="connsiteY133" fmla="*/ 24026 h 1665288"/>
              <a:gd name="connsiteX134" fmla="*/ 658081 w 701253"/>
              <a:gd name="connsiteY134" fmla="*/ 0 h 1665288"/>
              <a:gd name="connsiteX135" fmla="*/ 447481 w 701253"/>
              <a:gd name="connsiteY135" fmla="*/ 0 h 1665288"/>
              <a:gd name="connsiteX136" fmla="*/ 471507 w 701253"/>
              <a:gd name="connsiteY136" fmla="*/ 24026 h 1665288"/>
              <a:gd name="connsiteX137" fmla="*/ 447481 w 701253"/>
              <a:gd name="connsiteY137" fmla="*/ 48052 h 1665288"/>
              <a:gd name="connsiteX138" fmla="*/ 423455 w 701253"/>
              <a:gd name="connsiteY138" fmla="*/ 24026 h 1665288"/>
              <a:gd name="connsiteX139" fmla="*/ 447481 w 701253"/>
              <a:gd name="connsiteY139" fmla="*/ 0 h 1665288"/>
              <a:gd name="connsiteX140" fmla="*/ 235754 w 701253"/>
              <a:gd name="connsiteY140" fmla="*/ 0 h 1665288"/>
              <a:gd name="connsiteX141" fmla="*/ 260531 w 701253"/>
              <a:gd name="connsiteY141" fmla="*/ 24026 h 1665288"/>
              <a:gd name="connsiteX142" fmla="*/ 235754 w 701253"/>
              <a:gd name="connsiteY142" fmla="*/ 48052 h 1665288"/>
              <a:gd name="connsiteX143" fmla="*/ 210977 w 701253"/>
              <a:gd name="connsiteY143" fmla="*/ 24026 h 1665288"/>
              <a:gd name="connsiteX144" fmla="*/ 235754 w 701253"/>
              <a:gd name="connsiteY144" fmla="*/ 0 h 1665288"/>
              <a:gd name="connsiteX145" fmla="*/ 24026 w 701253"/>
              <a:gd name="connsiteY145" fmla="*/ 0 h 1665288"/>
              <a:gd name="connsiteX146" fmla="*/ 48052 w 701253"/>
              <a:gd name="connsiteY146" fmla="*/ 24026 h 1665288"/>
              <a:gd name="connsiteX147" fmla="*/ 24026 w 701253"/>
              <a:gd name="connsiteY147" fmla="*/ 48052 h 1665288"/>
              <a:gd name="connsiteX148" fmla="*/ 0 w 701253"/>
              <a:gd name="connsiteY148" fmla="*/ 24026 h 1665288"/>
              <a:gd name="connsiteX149" fmla="*/ 24026 w 701253"/>
              <a:gd name="connsiteY149" fmla="*/ 0 h 1665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01253" h="1665288">
                <a:moveTo>
                  <a:pt x="45424" y="1617236"/>
                </a:moveTo>
                <a:cubicBezTo>
                  <a:pt x="59315" y="1617236"/>
                  <a:pt x="70576" y="1627993"/>
                  <a:pt x="70576" y="1641262"/>
                </a:cubicBezTo>
                <a:cubicBezTo>
                  <a:pt x="70576" y="1654531"/>
                  <a:pt x="59315" y="1665288"/>
                  <a:pt x="45424" y="1665288"/>
                </a:cubicBezTo>
                <a:cubicBezTo>
                  <a:pt x="31533" y="1665288"/>
                  <a:pt x="20272" y="1654531"/>
                  <a:pt x="20272" y="1641262"/>
                </a:cubicBezTo>
                <a:cubicBezTo>
                  <a:pt x="20272" y="1627993"/>
                  <a:pt x="31533" y="1617236"/>
                  <a:pt x="45424" y="1617236"/>
                </a:cubicBezTo>
                <a:close/>
                <a:moveTo>
                  <a:pt x="253022" y="1414519"/>
                </a:moveTo>
                <a:cubicBezTo>
                  <a:pt x="266706" y="1414519"/>
                  <a:pt x="277799" y="1425612"/>
                  <a:pt x="277799" y="1439296"/>
                </a:cubicBezTo>
                <a:cubicBezTo>
                  <a:pt x="277799" y="1452980"/>
                  <a:pt x="266706" y="1464073"/>
                  <a:pt x="253022" y="1464073"/>
                </a:cubicBezTo>
                <a:cubicBezTo>
                  <a:pt x="239338" y="1464073"/>
                  <a:pt x="228245" y="1452980"/>
                  <a:pt x="228245" y="1439296"/>
                </a:cubicBezTo>
                <a:cubicBezTo>
                  <a:pt x="228245" y="1425612"/>
                  <a:pt x="239338" y="1414519"/>
                  <a:pt x="253022" y="1414519"/>
                </a:cubicBezTo>
                <a:close/>
                <a:moveTo>
                  <a:pt x="42046" y="1414519"/>
                </a:moveTo>
                <a:cubicBezTo>
                  <a:pt x="55730" y="1414519"/>
                  <a:pt x="66823" y="1425612"/>
                  <a:pt x="66823" y="1439296"/>
                </a:cubicBezTo>
                <a:cubicBezTo>
                  <a:pt x="66823" y="1452980"/>
                  <a:pt x="55730" y="1464073"/>
                  <a:pt x="42046" y="1464073"/>
                </a:cubicBezTo>
                <a:cubicBezTo>
                  <a:pt x="28362" y="1464073"/>
                  <a:pt x="17269" y="1452980"/>
                  <a:pt x="17269" y="1439296"/>
                </a:cubicBezTo>
                <a:cubicBezTo>
                  <a:pt x="17269" y="1425612"/>
                  <a:pt x="28362" y="1414519"/>
                  <a:pt x="42046" y="1414519"/>
                </a:cubicBezTo>
                <a:close/>
                <a:moveTo>
                  <a:pt x="468503" y="1211801"/>
                </a:moveTo>
                <a:cubicBezTo>
                  <a:pt x="482187" y="1211801"/>
                  <a:pt x="493280" y="1222894"/>
                  <a:pt x="493280" y="1236578"/>
                </a:cubicBezTo>
                <a:cubicBezTo>
                  <a:pt x="493280" y="1250262"/>
                  <a:pt x="482187" y="1261355"/>
                  <a:pt x="468503" y="1261355"/>
                </a:cubicBezTo>
                <a:cubicBezTo>
                  <a:pt x="454819" y="1261355"/>
                  <a:pt x="443726" y="1250262"/>
                  <a:pt x="443726" y="1236578"/>
                </a:cubicBezTo>
                <a:cubicBezTo>
                  <a:pt x="443726" y="1222894"/>
                  <a:pt x="454819" y="1211801"/>
                  <a:pt x="468503" y="1211801"/>
                </a:cubicBezTo>
                <a:close/>
                <a:moveTo>
                  <a:pt x="256776" y="1211801"/>
                </a:moveTo>
                <a:cubicBezTo>
                  <a:pt x="270045" y="1211801"/>
                  <a:pt x="280802" y="1222894"/>
                  <a:pt x="280802" y="1236578"/>
                </a:cubicBezTo>
                <a:cubicBezTo>
                  <a:pt x="280802" y="1250262"/>
                  <a:pt x="270045" y="1261355"/>
                  <a:pt x="256776" y="1261355"/>
                </a:cubicBezTo>
                <a:cubicBezTo>
                  <a:pt x="243507" y="1261355"/>
                  <a:pt x="232750" y="1250262"/>
                  <a:pt x="232750" y="1236578"/>
                </a:cubicBezTo>
                <a:cubicBezTo>
                  <a:pt x="232750" y="1222894"/>
                  <a:pt x="243507" y="1211801"/>
                  <a:pt x="256776" y="1211801"/>
                </a:cubicBezTo>
                <a:close/>
                <a:moveTo>
                  <a:pt x="45424" y="1211801"/>
                </a:moveTo>
                <a:cubicBezTo>
                  <a:pt x="59315" y="1211801"/>
                  <a:pt x="70576" y="1222894"/>
                  <a:pt x="70576" y="1236578"/>
                </a:cubicBezTo>
                <a:cubicBezTo>
                  <a:pt x="70576" y="1250262"/>
                  <a:pt x="59315" y="1261355"/>
                  <a:pt x="45424" y="1261355"/>
                </a:cubicBezTo>
                <a:cubicBezTo>
                  <a:pt x="31533" y="1261355"/>
                  <a:pt x="20272" y="1250262"/>
                  <a:pt x="20272" y="1236578"/>
                </a:cubicBezTo>
                <a:cubicBezTo>
                  <a:pt x="20272" y="1222894"/>
                  <a:pt x="31533" y="1211801"/>
                  <a:pt x="45424" y="1211801"/>
                </a:cubicBezTo>
                <a:close/>
                <a:moveTo>
                  <a:pt x="676101" y="1010585"/>
                </a:moveTo>
                <a:cubicBezTo>
                  <a:pt x="689992" y="1010585"/>
                  <a:pt x="701253" y="1021678"/>
                  <a:pt x="701253" y="1035362"/>
                </a:cubicBezTo>
                <a:cubicBezTo>
                  <a:pt x="701253" y="1049046"/>
                  <a:pt x="689992" y="1060139"/>
                  <a:pt x="676101" y="1060139"/>
                </a:cubicBezTo>
                <a:cubicBezTo>
                  <a:pt x="662210" y="1060139"/>
                  <a:pt x="650949" y="1049046"/>
                  <a:pt x="650949" y="1035362"/>
                </a:cubicBezTo>
                <a:cubicBezTo>
                  <a:pt x="650949" y="1021678"/>
                  <a:pt x="662210" y="1010585"/>
                  <a:pt x="676101" y="1010585"/>
                </a:cubicBezTo>
                <a:close/>
                <a:moveTo>
                  <a:pt x="464373" y="1010585"/>
                </a:moveTo>
                <a:cubicBezTo>
                  <a:pt x="477849" y="1010585"/>
                  <a:pt x="488774" y="1021678"/>
                  <a:pt x="488774" y="1035362"/>
                </a:cubicBezTo>
                <a:cubicBezTo>
                  <a:pt x="488774" y="1049046"/>
                  <a:pt x="477849" y="1060139"/>
                  <a:pt x="464373" y="1060139"/>
                </a:cubicBezTo>
                <a:cubicBezTo>
                  <a:pt x="450897" y="1060139"/>
                  <a:pt x="439972" y="1049046"/>
                  <a:pt x="439972" y="1035362"/>
                </a:cubicBezTo>
                <a:cubicBezTo>
                  <a:pt x="439972" y="1021678"/>
                  <a:pt x="450897" y="1010585"/>
                  <a:pt x="464373" y="1010585"/>
                </a:cubicBezTo>
                <a:close/>
                <a:moveTo>
                  <a:pt x="253022" y="1010585"/>
                </a:moveTo>
                <a:cubicBezTo>
                  <a:pt x="266706" y="1010585"/>
                  <a:pt x="277799" y="1021678"/>
                  <a:pt x="277799" y="1035362"/>
                </a:cubicBezTo>
                <a:cubicBezTo>
                  <a:pt x="277799" y="1049046"/>
                  <a:pt x="266706" y="1060139"/>
                  <a:pt x="253022" y="1060139"/>
                </a:cubicBezTo>
                <a:cubicBezTo>
                  <a:pt x="239338" y="1060139"/>
                  <a:pt x="228245" y="1049046"/>
                  <a:pt x="228245" y="1035362"/>
                </a:cubicBezTo>
                <a:cubicBezTo>
                  <a:pt x="228245" y="1021678"/>
                  <a:pt x="239338" y="1010585"/>
                  <a:pt x="253022" y="1010585"/>
                </a:cubicBezTo>
                <a:close/>
                <a:moveTo>
                  <a:pt x="42046" y="1010585"/>
                </a:moveTo>
                <a:cubicBezTo>
                  <a:pt x="55730" y="1010585"/>
                  <a:pt x="66823" y="1021678"/>
                  <a:pt x="66823" y="1035362"/>
                </a:cubicBezTo>
                <a:cubicBezTo>
                  <a:pt x="66823" y="1049046"/>
                  <a:pt x="55730" y="1060139"/>
                  <a:pt x="42046" y="1060139"/>
                </a:cubicBezTo>
                <a:cubicBezTo>
                  <a:pt x="28362" y="1060139"/>
                  <a:pt x="17269" y="1049046"/>
                  <a:pt x="17269" y="1035362"/>
                </a:cubicBezTo>
                <a:cubicBezTo>
                  <a:pt x="17269" y="1021678"/>
                  <a:pt x="28362" y="1010585"/>
                  <a:pt x="42046" y="1010585"/>
                </a:cubicBezTo>
                <a:close/>
                <a:moveTo>
                  <a:pt x="672347" y="807867"/>
                </a:moveTo>
                <a:cubicBezTo>
                  <a:pt x="685823" y="807867"/>
                  <a:pt x="696748" y="818960"/>
                  <a:pt x="696748" y="832644"/>
                </a:cubicBezTo>
                <a:cubicBezTo>
                  <a:pt x="696748" y="846328"/>
                  <a:pt x="685823" y="857421"/>
                  <a:pt x="672347" y="857421"/>
                </a:cubicBezTo>
                <a:cubicBezTo>
                  <a:pt x="658871" y="857421"/>
                  <a:pt x="647946" y="846328"/>
                  <a:pt x="647946" y="832644"/>
                </a:cubicBezTo>
                <a:cubicBezTo>
                  <a:pt x="647946" y="818960"/>
                  <a:pt x="658871" y="807867"/>
                  <a:pt x="672347" y="807867"/>
                </a:cubicBezTo>
                <a:close/>
                <a:moveTo>
                  <a:pt x="461370" y="807867"/>
                </a:moveTo>
                <a:cubicBezTo>
                  <a:pt x="474846" y="807867"/>
                  <a:pt x="485771" y="818960"/>
                  <a:pt x="485771" y="832644"/>
                </a:cubicBezTo>
                <a:cubicBezTo>
                  <a:pt x="485771" y="846328"/>
                  <a:pt x="474846" y="857421"/>
                  <a:pt x="461370" y="857421"/>
                </a:cubicBezTo>
                <a:cubicBezTo>
                  <a:pt x="447894" y="857421"/>
                  <a:pt x="436969" y="846328"/>
                  <a:pt x="436969" y="832644"/>
                </a:cubicBezTo>
                <a:cubicBezTo>
                  <a:pt x="436969" y="818960"/>
                  <a:pt x="447894" y="807867"/>
                  <a:pt x="461370" y="807867"/>
                </a:cubicBezTo>
                <a:close/>
                <a:moveTo>
                  <a:pt x="249643" y="807867"/>
                </a:moveTo>
                <a:cubicBezTo>
                  <a:pt x="263534" y="807867"/>
                  <a:pt x="274795" y="818960"/>
                  <a:pt x="274795" y="832644"/>
                </a:cubicBezTo>
                <a:cubicBezTo>
                  <a:pt x="274795" y="846328"/>
                  <a:pt x="263534" y="857421"/>
                  <a:pt x="249643" y="857421"/>
                </a:cubicBezTo>
                <a:cubicBezTo>
                  <a:pt x="235752" y="857421"/>
                  <a:pt x="224491" y="846328"/>
                  <a:pt x="224491" y="832644"/>
                </a:cubicBezTo>
                <a:cubicBezTo>
                  <a:pt x="224491" y="818960"/>
                  <a:pt x="235752" y="807867"/>
                  <a:pt x="249643" y="807867"/>
                </a:cubicBezTo>
                <a:close/>
                <a:moveTo>
                  <a:pt x="38291" y="807867"/>
                </a:moveTo>
                <a:cubicBezTo>
                  <a:pt x="51560" y="807867"/>
                  <a:pt x="62317" y="818960"/>
                  <a:pt x="62317" y="832644"/>
                </a:cubicBezTo>
                <a:cubicBezTo>
                  <a:pt x="62317" y="846328"/>
                  <a:pt x="51560" y="857421"/>
                  <a:pt x="38291" y="857421"/>
                </a:cubicBezTo>
                <a:cubicBezTo>
                  <a:pt x="25022" y="857421"/>
                  <a:pt x="14265" y="846328"/>
                  <a:pt x="14265" y="832644"/>
                </a:cubicBezTo>
                <a:cubicBezTo>
                  <a:pt x="14265" y="818960"/>
                  <a:pt x="25022" y="807867"/>
                  <a:pt x="38291" y="807867"/>
                </a:cubicBezTo>
                <a:close/>
                <a:moveTo>
                  <a:pt x="668969" y="605150"/>
                </a:moveTo>
                <a:cubicBezTo>
                  <a:pt x="682238" y="605150"/>
                  <a:pt x="692995" y="616243"/>
                  <a:pt x="692995" y="629927"/>
                </a:cubicBezTo>
                <a:cubicBezTo>
                  <a:pt x="692995" y="643611"/>
                  <a:pt x="682238" y="654704"/>
                  <a:pt x="668969" y="654704"/>
                </a:cubicBezTo>
                <a:cubicBezTo>
                  <a:pt x="655700" y="654704"/>
                  <a:pt x="644943" y="643611"/>
                  <a:pt x="644943" y="629927"/>
                </a:cubicBezTo>
                <a:cubicBezTo>
                  <a:pt x="644943" y="616243"/>
                  <a:pt x="655700" y="605150"/>
                  <a:pt x="668969" y="605150"/>
                </a:cubicBezTo>
                <a:close/>
                <a:moveTo>
                  <a:pt x="457616" y="605150"/>
                </a:moveTo>
                <a:cubicBezTo>
                  <a:pt x="471507" y="605150"/>
                  <a:pt x="482768" y="616243"/>
                  <a:pt x="482768" y="629927"/>
                </a:cubicBezTo>
                <a:cubicBezTo>
                  <a:pt x="482768" y="643611"/>
                  <a:pt x="471507" y="654704"/>
                  <a:pt x="457616" y="654704"/>
                </a:cubicBezTo>
                <a:cubicBezTo>
                  <a:pt x="443725" y="654704"/>
                  <a:pt x="432464" y="643611"/>
                  <a:pt x="432464" y="629927"/>
                </a:cubicBezTo>
                <a:cubicBezTo>
                  <a:pt x="432464" y="616243"/>
                  <a:pt x="443725" y="605150"/>
                  <a:pt x="457616" y="605150"/>
                </a:cubicBezTo>
                <a:close/>
                <a:moveTo>
                  <a:pt x="246640" y="605150"/>
                </a:moveTo>
                <a:cubicBezTo>
                  <a:pt x="260531" y="605150"/>
                  <a:pt x="271792" y="616243"/>
                  <a:pt x="271792" y="629927"/>
                </a:cubicBezTo>
                <a:cubicBezTo>
                  <a:pt x="271792" y="643611"/>
                  <a:pt x="260531" y="654704"/>
                  <a:pt x="246640" y="654704"/>
                </a:cubicBezTo>
                <a:cubicBezTo>
                  <a:pt x="232749" y="654704"/>
                  <a:pt x="221488" y="643611"/>
                  <a:pt x="221488" y="629927"/>
                </a:cubicBezTo>
                <a:cubicBezTo>
                  <a:pt x="221488" y="616243"/>
                  <a:pt x="232749" y="605150"/>
                  <a:pt x="246640" y="605150"/>
                </a:cubicBezTo>
                <a:close/>
                <a:moveTo>
                  <a:pt x="34912" y="605150"/>
                </a:moveTo>
                <a:cubicBezTo>
                  <a:pt x="48388" y="605150"/>
                  <a:pt x="59313" y="616243"/>
                  <a:pt x="59313" y="629927"/>
                </a:cubicBezTo>
                <a:cubicBezTo>
                  <a:pt x="59313" y="643611"/>
                  <a:pt x="48388" y="654704"/>
                  <a:pt x="34912" y="654704"/>
                </a:cubicBezTo>
                <a:cubicBezTo>
                  <a:pt x="21436" y="654704"/>
                  <a:pt x="10511" y="643611"/>
                  <a:pt x="10511" y="629927"/>
                </a:cubicBezTo>
                <a:cubicBezTo>
                  <a:pt x="10511" y="616243"/>
                  <a:pt x="21436" y="605150"/>
                  <a:pt x="34912" y="605150"/>
                </a:cubicBezTo>
                <a:close/>
                <a:moveTo>
                  <a:pt x="665215" y="403934"/>
                </a:moveTo>
                <a:cubicBezTo>
                  <a:pt x="678899" y="403934"/>
                  <a:pt x="689992" y="415027"/>
                  <a:pt x="689992" y="428711"/>
                </a:cubicBezTo>
                <a:cubicBezTo>
                  <a:pt x="689992" y="442395"/>
                  <a:pt x="678899" y="453488"/>
                  <a:pt x="665215" y="453488"/>
                </a:cubicBezTo>
                <a:cubicBezTo>
                  <a:pt x="651531" y="453488"/>
                  <a:pt x="640438" y="442395"/>
                  <a:pt x="640438" y="428711"/>
                </a:cubicBezTo>
                <a:cubicBezTo>
                  <a:pt x="640438" y="415027"/>
                  <a:pt x="651531" y="403934"/>
                  <a:pt x="665215" y="403934"/>
                </a:cubicBezTo>
                <a:close/>
                <a:moveTo>
                  <a:pt x="454238" y="403934"/>
                </a:moveTo>
                <a:cubicBezTo>
                  <a:pt x="467922" y="403934"/>
                  <a:pt x="479015" y="415027"/>
                  <a:pt x="479015" y="428711"/>
                </a:cubicBezTo>
                <a:cubicBezTo>
                  <a:pt x="479015" y="442395"/>
                  <a:pt x="467922" y="453488"/>
                  <a:pt x="454238" y="453488"/>
                </a:cubicBezTo>
                <a:cubicBezTo>
                  <a:pt x="440554" y="453488"/>
                  <a:pt x="429461" y="442395"/>
                  <a:pt x="429461" y="428711"/>
                </a:cubicBezTo>
                <a:cubicBezTo>
                  <a:pt x="429461" y="415027"/>
                  <a:pt x="440554" y="403934"/>
                  <a:pt x="454238" y="403934"/>
                </a:cubicBezTo>
                <a:close/>
                <a:moveTo>
                  <a:pt x="242886" y="403934"/>
                </a:moveTo>
                <a:cubicBezTo>
                  <a:pt x="256362" y="403934"/>
                  <a:pt x="267287" y="415027"/>
                  <a:pt x="267287" y="428711"/>
                </a:cubicBezTo>
                <a:cubicBezTo>
                  <a:pt x="267287" y="442395"/>
                  <a:pt x="256362" y="453488"/>
                  <a:pt x="242886" y="453488"/>
                </a:cubicBezTo>
                <a:cubicBezTo>
                  <a:pt x="229410" y="453488"/>
                  <a:pt x="218485" y="442395"/>
                  <a:pt x="218485" y="428711"/>
                </a:cubicBezTo>
                <a:cubicBezTo>
                  <a:pt x="218485" y="415027"/>
                  <a:pt x="229410" y="403934"/>
                  <a:pt x="242886" y="403934"/>
                </a:cubicBezTo>
                <a:close/>
                <a:moveTo>
                  <a:pt x="31158" y="403934"/>
                </a:moveTo>
                <a:cubicBezTo>
                  <a:pt x="45049" y="403934"/>
                  <a:pt x="56310" y="415027"/>
                  <a:pt x="56310" y="428711"/>
                </a:cubicBezTo>
                <a:cubicBezTo>
                  <a:pt x="56310" y="442395"/>
                  <a:pt x="45049" y="453488"/>
                  <a:pt x="31158" y="453488"/>
                </a:cubicBezTo>
                <a:cubicBezTo>
                  <a:pt x="17267" y="453488"/>
                  <a:pt x="6006" y="442395"/>
                  <a:pt x="6006" y="428711"/>
                </a:cubicBezTo>
                <a:cubicBezTo>
                  <a:pt x="6006" y="415027"/>
                  <a:pt x="17267" y="403934"/>
                  <a:pt x="31158" y="403934"/>
                </a:cubicBezTo>
                <a:close/>
                <a:moveTo>
                  <a:pt x="662211" y="201216"/>
                </a:moveTo>
                <a:cubicBezTo>
                  <a:pt x="675895" y="201216"/>
                  <a:pt x="686988" y="212309"/>
                  <a:pt x="686988" y="225993"/>
                </a:cubicBezTo>
                <a:cubicBezTo>
                  <a:pt x="686988" y="239677"/>
                  <a:pt x="675895" y="250770"/>
                  <a:pt x="662211" y="250770"/>
                </a:cubicBezTo>
                <a:cubicBezTo>
                  <a:pt x="648527" y="250770"/>
                  <a:pt x="637434" y="239677"/>
                  <a:pt x="637434" y="225993"/>
                </a:cubicBezTo>
                <a:cubicBezTo>
                  <a:pt x="637434" y="212309"/>
                  <a:pt x="648527" y="201216"/>
                  <a:pt x="662211" y="201216"/>
                </a:cubicBezTo>
                <a:close/>
                <a:moveTo>
                  <a:pt x="450484" y="201216"/>
                </a:moveTo>
                <a:cubicBezTo>
                  <a:pt x="463753" y="201216"/>
                  <a:pt x="474510" y="212309"/>
                  <a:pt x="474510" y="225993"/>
                </a:cubicBezTo>
                <a:cubicBezTo>
                  <a:pt x="474510" y="239677"/>
                  <a:pt x="463753" y="250770"/>
                  <a:pt x="450484" y="250770"/>
                </a:cubicBezTo>
                <a:cubicBezTo>
                  <a:pt x="437215" y="250770"/>
                  <a:pt x="426458" y="239677"/>
                  <a:pt x="426458" y="225993"/>
                </a:cubicBezTo>
                <a:cubicBezTo>
                  <a:pt x="426458" y="212309"/>
                  <a:pt x="437215" y="201216"/>
                  <a:pt x="450484" y="201216"/>
                </a:cubicBezTo>
                <a:close/>
                <a:moveTo>
                  <a:pt x="238757" y="201216"/>
                </a:moveTo>
                <a:cubicBezTo>
                  <a:pt x="252441" y="201216"/>
                  <a:pt x="263534" y="212309"/>
                  <a:pt x="263534" y="225993"/>
                </a:cubicBezTo>
                <a:cubicBezTo>
                  <a:pt x="263534" y="239677"/>
                  <a:pt x="252441" y="250770"/>
                  <a:pt x="238757" y="250770"/>
                </a:cubicBezTo>
                <a:cubicBezTo>
                  <a:pt x="225073" y="250770"/>
                  <a:pt x="213980" y="239677"/>
                  <a:pt x="213980" y="225993"/>
                </a:cubicBezTo>
                <a:cubicBezTo>
                  <a:pt x="213980" y="212309"/>
                  <a:pt x="225073" y="201216"/>
                  <a:pt x="238757" y="201216"/>
                </a:cubicBezTo>
                <a:close/>
                <a:moveTo>
                  <a:pt x="28155" y="201216"/>
                </a:moveTo>
                <a:cubicBezTo>
                  <a:pt x="42046" y="201216"/>
                  <a:pt x="53307" y="212309"/>
                  <a:pt x="53307" y="225993"/>
                </a:cubicBezTo>
                <a:cubicBezTo>
                  <a:pt x="53307" y="239677"/>
                  <a:pt x="42046" y="250770"/>
                  <a:pt x="28155" y="250770"/>
                </a:cubicBezTo>
                <a:cubicBezTo>
                  <a:pt x="14264" y="250770"/>
                  <a:pt x="3003" y="239677"/>
                  <a:pt x="3003" y="225993"/>
                </a:cubicBezTo>
                <a:cubicBezTo>
                  <a:pt x="3003" y="212309"/>
                  <a:pt x="14264" y="201216"/>
                  <a:pt x="28155" y="201216"/>
                </a:cubicBezTo>
                <a:close/>
                <a:moveTo>
                  <a:pt x="658081" y="0"/>
                </a:moveTo>
                <a:cubicBezTo>
                  <a:pt x="671557" y="0"/>
                  <a:pt x="682482" y="10757"/>
                  <a:pt x="682482" y="24026"/>
                </a:cubicBezTo>
                <a:cubicBezTo>
                  <a:pt x="682482" y="37295"/>
                  <a:pt x="671557" y="48052"/>
                  <a:pt x="658081" y="48052"/>
                </a:cubicBezTo>
                <a:cubicBezTo>
                  <a:pt x="644605" y="48052"/>
                  <a:pt x="633680" y="37295"/>
                  <a:pt x="633680" y="24026"/>
                </a:cubicBezTo>
                <a:cubicBezTo>
                  <a:pt x="633680" y="10757"/>
                  <a:pt x="644605" y="0"/>
                  <a:pt x="658081" y="0"/>
                </a:cubicBezTo>
                <a:close/>
                <a:moveTo>
                  <a:pt x="447481" y="0"/>
                </a:moveTo>
                <a:cubicBezTo>
                  <a:pt x="460750" y="0"/>
                  <a:pt x="471507" y="10757"/>
                  <a:pt x="471507" y="24026"/>
                </a:cubicBezTo>
                <a:cubicBezTo>
                  <a:pt x="471507" y="37295"/>
                  <a:pt x="460750" y="48052"/>
                  <a:pt x="447481" y="48052"/>
                </a:cubicBezTo>
                <a:cubicBezTo>
                  <a:pt x="434212" y="48052"/>
                  <a:pt x="423455" y="37295"/>
                  <a:pt x="423455" y="24026"/>
                </a:cubicBezTo>
                <a:cubicBezTo>
                  <a:pt x="423455" y="10757"/>
                  <a:pt x="434212" y="0"/>
                  <a:pt x="447481" y="0"/>
                </a:cubicBezTo>
                <a:close/>
                <a:moveTo>
                  <a:pt x="235754" y="0"/>
                </a:moveTo>
                <a:cubicBezTo>
                  <a:pt x="249438" y="0"/>
                  <a:pt x="260531" y="10757"/>
                  <a:pt x="260531" y="24026"/>
                </a:cubicBezTo>
                <a:cubicBezTo>
                  <a:pt x="260531" y="37295"/>
                  <a:pt x="249438" y="48052"/>
                  <a:pt x="235754" y="48052"/>
                </a:cubicBezTo>
                <a:cubicBezTo>
                  <a:pt x="222070" y="48052"/>
                  <a:pt x="210977" y="37295"/>
                  <a:pt x="210977" y="24026"/>
                </a:cubicBezTo>
                <a:cubicBezTo>
                  <a:pt x="210977" y="10757"/>
                  <a:pt x="222070" y="0"/>
                  <a:pt x="235754" y="0"/>
                </a:cubicBezTo>
                <a:close/>
                <a:moveTo>
                  <a:pt x="24026" y="0"/>
                </a:moveTo>
                <a:cubicBezTo>
                  <a:pt x="37295" y="0"/>
                  <a:pt x="48052" y="10757"/>
                  <a:pt x="48052" y="24026"/>
                </a:cubicBezTo>
                <a:cubicBezTo>
                  <a:pt x="48052" y="37295"/>
                  <a:pt x="37295" y="48052"/>
                  <a:pt x="24026" y="48052"/>
                </a:cubicBezTo>
                <a:cubicBezTo>
                  <a:pt x="10757" y="48052"/>
                  <a:pt x="0" y="37295"/>
                  <a:pt x="0" y="24026"/>
                </a:cubicBezTo>
                <a:cubicBezTo>
                  <a:pt x="0" y="10757"/>
                  <a:pt x="10757" y="0"/>
                  <a:pt x="2402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pic>
        <p:nvPicPr>
          <p:cNvPr id="65" name="图片 64" descr="黑暗中的灯光&#10;&#10;描述已自动生成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189" y="2832719"/>
            <a:ext cx="3131748" cy="1761608"/>
          </a:xfrm>
          <a:prstGeom prst="rect">
            <a:avLst/>
          </a:prstGeom>
        </p:spPr>
      </p:pic>
      <p:grpSp>
        <p:nvGrpSpPr>
          <p:cNvPr id="69" name="组合 68"/>
          <p:cNvGrpSpPr/>
          <p:nvPr/>
        </p:nvGrpSpPr>
        <p:grpSpPr>
          <a:xfrm>
            <a:off x="794086" y="746740"/>
            <a:ext cx="11187679" cy="3061914"/>
            <a:chOff x="794086" y="746740"/>
            <a:chExt cx="11187679" cy="3061914"/>
          </a:xfrm>
        </p:grpSpPr>
        <p:sp>
          <p:nvSpPr>
            <p:cNvPr id="68" name="文本框 67"/>
            <p:cNvSpPr txBox="1"/>
            <p:nvPr/>
          </p:nvSpPr>
          <p:spPr>
            <a:xfrm>
              <a:off x="2163674" y="746740"/>
              <a:ext cx="7864653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1500" dirty="0">
                  <a:ln>
                    <a:solidFill>
                      <a:schemeClr val="bg1">
                        <a:alpha val="8000"/>
                      </a:schemeClr>
                    </a:solidFill>
                  </a:ln>
                  <a:noFill/>
                  <a:latin typeface="Aa锐智体" panose="00020600040101010101" pitchFamily="18" charset="-122"/>
                  <a:ea typeface="Aa锐智体" panose="00020600040101010101" pitchFamily="18" charset="-122"/>
                </a:rPr>
                <a:t>DeepSeek</a:t>
              </a:r>
              <a:endParaRPr lang="zh-CN" altLang="en-US" sz="11500" dirty="0">
                <a:ln>
                  <a:solidFill>
                    <a:schemeClr val="bg1">
                      <a:alpha val="8000"/>
                    </a:schemeClr>
                  </a:solidFill>
                </a:ln>
                <a:noFill/>
                <a:latin typeface="Aa锐智体" panose="00020600040101010101" pitchFamily="18" charset="-122"/>
                <a:ea typeface="Aa锐智体" panose="00020600040101010101" pitchFamily="18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003637" y="939113"/>
              <a:ext cx="18473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zh-CN" altLang="en-US" sz="88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20000"/>
                    </a:srgbClr>
                  </a:outerShdw>
                </a:effectLst>
                <a:latin typeface="Aa锐智体" panose="00020600040101010101" pitchFamily="18" charset="-122"/>
                <a:ea typeface="Aa锐智体" panose="00020600040101010101" pitchFamily="18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94086" y="1515719"/>
              <a:ext cx="11187679" cy="22929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300" dirty="0">
                  <a:solidFill>
                    <a:schemeClr val="bg1"/>
                  </a:solidFill>
                  <a:effectLst>
                    <a:outerShdw blurRad="50800" dist="50800" dir="5400000" algn="ctr" rotWithShape="0">
                      <a:srgbClr val="000000">
                        <a:alpha val="20000"/>
                      </a:srgbClr>
                    </a:outerShdw>
                  </a:effectLst>
                  <a:latin typeface="Aa锐智体" panose="00020600040101010101" pitchFamily="18" charset="-122"/>
                  <a:ea typeface="Aa锐智体" panose="00020600040101010101" pitchFamily="18" charset="-122"/>
                </a:rPr>
                <a:t>感谢您的观看</a:t>
              </a:r>
            </a:p>
          </p:txBody>
        </p:sp>
        <p:sp>
          <p:nvSpPr>
            <p:cNvPr id="66" name="图形" descr="303b333635303031343bbcfdcdb7"/>
            <p:cNvSpPr/>
            <p:nvPr/>
          </p:nvSpPr>
          <p:spPr>
            <a:xfrm>
              <a:off x="9292921" y="1058893"/>
              <a:ext cx="290380" cy="293044"/>
            </a:xfrm>
            <a:custGeom>
              <a:avLst/>
              <a:gdLst>
                <a:gd name="connsiteX0" fmla="*/ 145190 w 290380"/>
                <a:gd name="connsiteY0" fmla="*/ 0 h 293044"/>
                <a:gd name="connsiteX1" fmla="*/ 0 w 290380"/>
                <a:gd name="connsiteY1" fmla="*/ 147188 h 293044"/>
                <a:gd name="connsiteX2" fmla="*/ 145190 w 290380"/>
                <a:gd name="connsiteY2" fmla="*/ 293045 h 293044"/>
                <a:gd name="connsiteX3" fmla="*/ 290380 w 290380"/>
                <a:gd name="connsiteY3" fmla="*/ 147188 h 293044"/>
                <a:gd name="connsiteX4" fmla="*/ 145190 w 290380"/>
                <a:gd name="connsiteY4" fmla="*/ 0 h 293044"/>
                <a:gd name="connsiteX5" fmla="*/ 209793 w 290380"/>
                <a:gd name="connsiteY5" fmla="*/ 150186 h 293044"/>
                <a:gd name="connsiteX6" fmla="*/ 118217 w 290380"/>
                <a:gd name="connsiteY6" fmla="*/ 242428 h 293044"/>
                <a:gd name="connsiteX7" fmla="*/ 115220 w 290380"/>
                <a:gd name="connsiteY7" fmla="*/ 243427 h 293044"/>
                <a:gd name="connsiteX8" fmla="*/ 112223 w 290380"/>
                <a:gd name="connsiteY8" fmla="*/ 242428 h 293044"/>
                <a:gd name="connsiteX9" fmla="*/ 111224 w 290380"/>
                <a:gd name="connsiteY9" fmla="*/ 239431 h 293044"/>
                <a:gd name="connsiteX10" fmla="*/ 111224 w 290380"/>
                <a:gd name="connsiteY10" fmla="*/ 194808 h 293044"/>
                <a:gd name="connsiteX11" fmla="*/ 112223 w 290380"/>
                <a:gd name="connsiteY11" fmla="*/ 191811 h 293044"/>
                <a:gd name="connsiteX12" fmla="*/ 156512 w 290380"/>
                <a:gd name="connsiteY12" fmla="*/ 147188 h 293044"/>
                <a:gd name="connsiteX13" fmla="*/ 112223 w 290380"/>
                <a:gd name="connsiteY13" fmla="*/ 102566 h 293044"/>
                <a:gd name="connsiteX14" fmla="*/ 111224 w 290380"/>
                <a:gd name="connsiteY14" fmla="*/ 99569 h 293044"/>
                <a:gd name="connsiteX15" fmla="*/ 111224 w 290380"/>
                <a:gd name="connsiteY15" fmla="*/ 54946 h 293044"/>
                <a:gd name="connsiteX16" fmla="*/ 112223 w 290380"/>
                <a:gd name="connsiteY16" fmla="*/ 51949 h 293044"/>
                <a:gd name="connsiteX17" fmla="*/ 118217 w 290380"/>
                <a:gd name="connsiteY17" fmla="*/ 51949 h 293044"/>
                <a:gd name="connsiteX18" fmla="*/ 209793 w 290380"/>
                <a:gd name="connsiteY18" fmla="*/ 144191 h 293044"/>
                <a:gd name="connsiteX19" fmla="*/ 210792 w 290380"/>
                <a:gd name="connsiteY19" fmla="*/ 147188 h 293044"/>
                <a:gd name="connsiteX20" fmla="*/ 209793 w 290380"/>
                <a:gd name="connsiteY20" fmla="*/ 150186 h 293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90380" h="293044">
                  <a:moveTo>
                    <a:pt x="145190" y="0"/>
                  </a:moveTo>
                  <a:cubicBezTo>
                    <a:pt x="64603" y="0"/>
                    <a:pt x="0" y="65935"/>
                    <a:pt x="0" y="147188"/>
                  </a:cubicBezTo>
                  <a:cubicBezTo>
                    <a:pt x="0" y="227443"/>
                    <a:pt x="64603" y="293045"/>
                    <a:pt x="145190" y="293045"/>
                  </a:cubicBezTo>
                  <a:cubicBezTo>
                    <a:pt x="226110" y="293045"/>
                    <a:pt x="290380" y="227443"/>
                    <a:pt x="290380" y="147188"/>
                  </a:cubicBezTo>
                  <a:cubicBezTo>
                    <a:pt x="290380" y="65935"/>
                    <a:pt x="226110" y="0"/>
                    <a:pt x="145190" y="0"/>
                  </a:cubicBezTo>
                  <a:moveTo>
                    <a:pt x="209793" y="150186"/>
                  </a:moveTo>
                  <a:cubicBezTo>
                    <a:pt x="118217" y="242428"/>
                    <a:pt x="118217" y="242428"/>
                    <a:pt x="118217" y="242428"/>
                  </a:cubicBezTo>
                  <a:cubicBezTo>
                    <a:pt x="117218" y="243427"/>
                    <a:pt x="116219" y="243427"/>
                    <a:pt x="115220" y="243427"/>
                  </a:cubicBezTo>
                  <a:cubicBezTo>
                    <a:pt x="114221" y="243427"/>
                    <a:pt x="113222" y="243427"/>
                    <a:pt x="112223" y="242428"/>
                  </a:cubicBezTo>
                  <a:cubicBezTo>
                    <a:pt x="111224" y="241429"/>
                    <a:pt x="111224" y="240430"/>
                    <a:pt x="111224" y="239431"/>
                  </a:cubicBezTo>
                  <a:cubicBezTo>
                    <a:pt x="111224" y="194808"/>
                    <a:pt x="111224" y="194808"/>
                    <a:pt x="111224" y="194808"/>
                  </a:cubicBezTo>
                  <a:cubicBezTo>
                    <a:pt x="111224" y="193809"/>
                    <a:pt x="111224" y="192810"/>
                    <a:pt x="112223" y="191811"/>
                  </a:cubicBezTo>
                  <a:cubicBezTo>
                    <a:pt x="156512" y="147188"/>
                    <a:pt x="156512" y="147188"/>
                    <a:pt x="156512" y="147188"/>
                  </a:cubicBezTo>
                  <a:cubicBezTo>
                    <a:pt x="112223" y="102566"/>
                    <a:pt x="112223" y="102566"/>
                    <a:pt x="112223" y="102566"/>
                  </a:cubicBezTo>
                  <a:cubicBezTo>
                    <a:pt x="111224" y="101567"/>
                    <a:pt x="111224" y="100568"/>
                    <a:pt x="111224" y="99569"/>
                  </a:cubicBezTo>
                  <a:cubicBezTo>
                    <a:pt x="111224" y="54946"/>
                    <a:pt x="111224" y="54946"/>
                    <a:pt x="111224" y="54946"/>
                  </a:cubicBezTo>
                  <a:cubicBezTo>
                    <a:pt x="111224" y="53947"/>
                    <a:pt x="111224" y="52948"/>
                    <a:pt x="112223" y="51949"/>
                  </a:cubicBezTo>
                  <a:cubicBezTo>
                    <a:pt x="114221" y="49951"/>
                    <a:pt x="116219" y="49951"/>
                    <a:pt x="118217" y="51949"/>
                  </a:cubicBezTo>
                  <a:cubicBezTo>
                    <a:pt x="209793" y="144191"/>
                    <a:pt x="209793" y="144191"/>
                    <a:pt x="209793" y="144191"/>
                  </a:cubicBezTo>
                  <a:cubicBezTo>
                    <a:pt x="210792" y="145190"/>
                    <a:pt x="210792" y="146189"/>
                    <a:pt x="210792" y="147188"/>
                  </a:cubicBezTo>
                  <a:cubicBezTo>
                    <a:pt x="210792" y="148187"/>
                    <a:pt x="210792" y="149187"/>
                    <a:pt x="209793" y="150186"/>
                  </a:cubicBezTo>
                </a:path>
              </a:pathLst>
            </a:custGeom>
            <a:solidFill>
              <a:schemeClr val="bg1"/>
            </a:solidFill>
            <a:ln w="82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64" name="圆: 空心 63"/>
            <p:cNvSpPr/>
            <p:nvPr/>
          </p:nvSpPr>
          <p:spPr>
            <a:xfrm>
              <a:off x="2599418" y="1108809"/>
              <a:ext cx="421541" cy="421541"/>
            </a:xfrm>
            <a:prstGeom prst="donut">
              <a:avLst/>
            </a:prstGeom>
            <a:gradFill flip="none" rotWithShape="1">
              <a:gsLst>
                <a:gs pos="10000">
                  <a:schemeClr val="accent1">
                    <a:lumMod val="60000"/>
                    <a:lumOff val="40000"/>
                  </a:schemeClr>
                </a:gs>
                <a:gs pos="8000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0"/>
    </mc:Choice>
    <mc:Fallback xmlns="">
      <p:transition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41,&quot;width&quot;:589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41,&quot;width&quot;:44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41,&quot;width&quot;:44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9*334"/>
  <p:tag name="TABLE_ENDDRAG_RECT" val="53*134*849*33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03.18842519685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2.3122047244094,&quot;left&quot;:124.2783464566929,&quot;top&quot;:89,&quot;width&quot;:744.429055118110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,&quot;left&quot;:-24.806299212598425,&quot;top&quot;:88.17740157480316,&quot;width&quot;:934.150866141732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,&quot;left&quot;:-24.806299212598425,&quot;top&quot;:88.17740157480316,&quot;width&quot;:934.150866141732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1.51015748031494,&quot;left&quot;:-24.806299212598425,&quot;top&quot;:88.17740157480313,&quot;width&quot;:947.9508661417324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441,&quot;width&quot;:589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41,&quot;width&quot;:44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2013 - 2022 主题">
  <a:themeElements>
    <a:clrScheme name="1-红色">
      <a:dk1>
        <a:srgbClr val="000000"/>
      </a:dk1>
      <a:lt1>
        <a:srgbClr val="FFFFFF"/>
      </a:lt1>
      <a:dk2>
        <a:srgbClr val="262626"/>
      </a:dk2>
      <a:lt2>
        <a:srgbClr val="262626"/>
      </a:lt2>
      <a:accent1>
        <a:srgbClr val="0B5C9B"/>
      </a:accent1>
      <a:accent2>
        <a:srgbClr val="F38B2E"/>
      </a:accent2>
      <a:accent3>
        <a:srgbClr val="C00000"/>
      </a:accent3>
      <a:accent4>
        <a:srgbClr val="DE0000"/>
      </a:accent4>
      <a:accent5>
        <a:srgbClr val="D70000"/>
      </a:accent5>
      <a:accent6>
        <a:srgbClr val="FCF4D1"/>
      </a:accent6>
      <a:hlink>
        <a:srgbClr val="C1111B"/>
      </a:hlink>
      <a:folHlink>
        <a:srgbClr val="C1111B"/>
      </a:folHlink>
    </a:clrScheme>
    <a:fontScheme name="自定义 1">
      <a:majorFont>
        <a:latin typeface="思源黑体 CN Medium"/>
        <a:ea typeface="思源黑体 CN Bold"/>
        <a:cs typeface=""/>
      </a:majorFont>
      <a:minorFont>
        <a:latin typeface="思源黑体 CN Medium"/>
        <a:ea typeface="思源黑体 CN Medium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</TotalTime>
  <Words>1038</Words>
  <Application>Microsoft Office PowerPoint</Application>
  <PresentationFormat>宽屏</PresentationFormat>
  <Paragraphs>180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Aa锐智体</vt:lpstr>
      <vt:lpstr>等线</vt:lpstr>
      <vt:lpstr>思源</vt:lpstr>
      <vt:lpstr>思源黑体 CN Medium</vt:lpstr>
      <vt:lpstr>思源宋体 CN Heavy</vt:lpstr>
      <vt:lpstr>宋体</vt:lpstr>
      <vt:lpstr>Arial</vt:lpstr>
      <vt:lpstr>Roboto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莫心蕊</dc:creator>
  <cp:lastModifiedBy>川 唐</cp:lastModifiedBy>
  <cp:revision>96</cp:revision>
  <dcterms:created xsi:type="dcterms:W3CDTF">2025-05-15T09:19:28Z</dcterms:created>
  <dcterms:modified xsi:type="dcterms:W3CDTF">2025-05-18T13:58:41Z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B430756E14194562A69648543C6E2F31_12</vt:lpwstr>
  </property>
  <property fmtid="{D5CDD505-2E9C-101B-9397-08002B2CF9AE}" pid="3" name="KSOProductBuildVer">
    <vt:lpwstr>2052-12.1.0.20784</vt:lpwstr>
  </property>
</Properties>
</file>