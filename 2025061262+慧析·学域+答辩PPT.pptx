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media/image10.png" ContentType="image/png"/>
  <Override PartName="/ppt/theme/theme1.xml" ContentType="application/vnd.openxmlformats-officedocument.theme+xml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0.png" ContentType="image/png"/>
  <Override PartName="/ppt/media/image16.png" ContentType="image/png"/>
  <Override PartName="/ppt/media/image1.png" ContentType="image/png"/>
  <Override PartName="/ppt/media/image17.png" ContentType="image/png"/>
  <Override PartName="/ppt/media/image2.png" ContentType="image/png"/>
  <Override PartName="/ppt/media/image18.png" ContentType="image/png"/>
  <Override PartName="/ppt/media/image3.png" ContentType="image/png"/>
  <Override PartName="/ppt/media/image19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media/image7.png" ContentType="image/png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media/image8.png" ContentType="image/pn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media/image9.png" ContentType="image/png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0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BCCEBA72-3562-404C-BF23-DE7B45EABA16}"/>
    <p:ext uri="{31669A77-689A-490D-6425-3859987951CB}"/>
    <p:ext uri="{060E6C3F-BA46-41CE-7A80-E60CE2CF8A25}"/>
  </p:extLst>
</p:presentationPr>
</file>

<file path=ppt/tableStyles.xml><?xml version="1.0" encoding="utf-8"?>
<a:tblStyleLst xmlns:a="http://schemas.openxmlformats.org/drawingml/2006/main" def="{9FD91EC3-8F8A-4712-CEC4-A7BD01BF676D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33817-C2C1-4853-62EB-95B57380B3C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FC3A-E7CB-45A1-0A16-EA3AB85ED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9DC8B7E-707C-4737-F5D5-1878C53231C2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90E41-81F6-4A63-A4AF-F3FC7E68C60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736C5-3244-4593-7581-C348B9BC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04B89B4-6A8E-4FFF-5B76-45E60ADC8FC7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7D06-A7BB-4EA1-CB7A-1039C198826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809F-6530-4B60-7D4B-8FACDE16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6099829-F4BB-4381-7758-16C28E36B850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1876-967B-4903-14A0-4B98AFC7468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7242-5F45-454A-AA6B-425A0F2A56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D44B7D0-51F5-46EC-C047-4FE0F5AC3C1D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329-8F55-4052-31F2-C7492EE56AB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6EF01-A76D-4FCA-E460-1DF2F7CBC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AC08718-AD4E-4D82-2711-63775370A76F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2DBA-93D4-4936-6177-E8F0180CA1F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13D9-D238-4F3F-36FA-FA7C0941F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DFD5CFC-D274-4B1B-D818-8FCD3C74BECE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4349C-42FD-4591-E735-1C4BE554A13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0B78-DCB9-42F8-1935-18FAFBF775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0358D8C-52A4-4C80-6B89-01214E8B3ABB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F5E7-A3FE-42C1-3FFD-FB04E0E09D9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CA32-CEF3-4AA6-90AC-2AC80AC2B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22CE398-2E2D-47EA-7491-DC151A7DECA2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9129-F52B-46D7-51A4-33B2EF299B1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5E149-372A-4761-13ED-6243588E59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9490FF03-1A3D-4ABB-4AD3-0DEBCB93164D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397CC-F76B-4BC9-914F-C96609F3D58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26F4-B310-4C88-A87C-9E3F023AD5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4CD566B-5DCA-4C05-3B18-ED444541DD7C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315D-2A35-405B-56F4-2B65F2444CD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F67E-2A07-4C67-C208-71309EA842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B5D4807-F2EB-4663-F9D5-1720532837E0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71014-7AEF-411E-3E60-A4EA9B944694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C760C-5053-470B-EEDE-A0987687A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9F5F1D0A-6EFE-4E86-183D-9C4CD0309CF1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Relationship Id="rId5" Type="http://schemas.openxmlformats.org/officeDocument/2006/relationships/image" Target="/ppt/media/image3.png"/><Relationship Id="rId6" Type="http://schemas.openxmlformats.org/officeDocument/2006/relationships/image" Target="/ppt/media/image4.png"/><Relationship Id="rId7" Type="http://schemas.openxmlformats.org/officeDocument/2006/relationships/image" Target="/ppt/media/image5.png"/><Relationship Id="rId8" Type="http://schemas.openxmlformats.org/officeDocument/2006/relationships/image" Target="/ppt/media/image6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.png"/><Relationship Id="rId3" Type="http://schemas.openxmlformats.org/officeDocument/2006/relationships/image" Target="/ppt/media/image8.png"/><Relationship Id="rId4" Type="http://schemas.openxmlformats.org/officeDocument/2006/relationships/image" Target="/ppt/media/image9.png"/><Relationship Id="rId5" Type="http://schemas.openxmlformats.org/officeDocument/2006/relationships/image" Target="/ppt/media/image10.png"/><Relationship Id="rId6" Type="http://schemas.openxmlformats.org/officeDocument/2006/relationships/image" Target="/ppt/media/image11.png"/><Relationship Id="rId7" Type="http://schemas.openxmlformats.org/officeDocument/2006/relationships/image" Target="/ppt/media/image12.png"/><Relationship Id="rId8" Type="http://schemas.openxmlformats.org/officeDocument/2006/relationships/image" Target="/ppt/media/image13.png"/><Relationship Id="rId9" Type="http://schemas.openxmlformats.org/officeDocument/2006/relationships/image" Target="/ppt/media/image14.png"/><Relationship Id="rId10" Type="http://schemas.openxmlformats.org/officeDocument/2006/relationships/image" Target="/ppt/media/image15.png"/><Relationship Id="rId11" Type="http://schemas.openxmlformats.org/officeDocument/2006/relationships/image" Target="/ppt/media/image16.png"/><Relationship Id="rId12" Type="http://schemas.openxmlformats.org/officeDocument/2006/relationships/image" Target="/ppt/media/image17.png"/><Relationship Id="rId13" Type="http://schemas.openxmlformats.org/officeDocument/2006/relationships/image" Target="/ppt/media/image18.png"/><Relationship Id="rId14" Type="http://schemas.openxmlformats.org/officeDocument/2006/relationships/image" Target="/ppt/media/image19.png"/><Relationship Id="rId15" Type="http://schemas.openxmlformats.org/officeDocument/2006/relationships/image" Target="/ppt/media/image20.png"/><Relationship Id="rId16" Type="http://schemas.openxmlformats.org/officeDocument/2006/relationships/image" Target="/ppt/media/image21.png"/><Relationship Id="rId17" Type="http://schemas.openxmlformats.org/officeDocument/2006/relationships/image" Target="/ppt/media/image22.png"/><Relationship Id="rId18" Type="http://schemas.openxmlformats.org/officeDocument/2006/relationships/image" Target="/ppt/media/image2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Relationship Id="rId5" Type="http://schemas.openxmlformats.org/officeDocument/2006/relationships/image" Target="/ppt/media/image27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92D38F95-2C7C-4896-DA82-C6866B6C91CB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F9878B7-DD85-42F6-D886-097D6D138355"/>
          <p:cNvPicPr>
            <a:picLocks noChangeAspect="1"/>
          </p:cNvPicPr>
          <p:nvPr/>
        </p:nvPicPr>
        <p:blipFill>
          <a:blip r:embed="rId2" cstate="print">
            <a:extLst>
              <a:ext uri="{0C6A736D-EF9F-49C5-4A48-D569F67A40D3}"/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ectorPath 3"/>
          <p:cNvSpPr/>
          <p:nvPr/>
        </p:nvSpPr>
        <p:spPr>
          <a:xfrm>
            <a:off x="614045" y="543560"/>
            <a:ext cx="180340" cy="179705"/>
          </a:xfrm>
          <a:custGeom>
            <a:rect l="l" t="t" r="r" b="b"/>
            <a:pathLst>
              <a:path w="179997" h="179705">
                <a:moveTo>
                  <a:pt x="0" y="89916"/>
                </a:moveTo>
                <a:cubicBezTo>
                  <a:pt x="0" y="40132"/>
                  <a:pt x="40297" y="-127"/>
                  <a:pt x="90005" y="-127"/>
                </a:cubicBezTo>
                <a:lnTo>
                  <a:pt x="90005" y="-127"/>
                </a:lnTo>
                <a:cubicBezTo>
                  <a:pt x="139713" y="-127"/>
                  <a:pt x="179997" y="40132"/>
                  <a:pt x="179997" y="89916"/>
                </a:cubicBezTo>
                <a:lnTo>
                  <a:pt x="179997" y="89916"/>
                </a:lnTo>
                <a:cubicBezTo>
                  <a:pt x="179997" y="139573"/>
                  <a:pt x="139713" y="179959"/>
                  <a:pt x="90005" y="179959"/>
                </a:cubicBezTo>
                <a:lnTo>
                  <a:pt x="90005" y="179959"/>
                </a:lnTo>
                <a:cubicBezTo>
                  <a:pt x="40297" y="179959"/>
                  <a:pt x="0" y="139573"/>
                  <a:pt x="0" y="89916"/>
                </a:cubicBezTo>
              </a:path>
            </a:pathLst>
          </a:custGeom>
          <a:solidFill>
            <a:srgbClr val="FFFFFF">
              <a:alpha val="50000"/>
            </a:srgbClr>
          </a:solidFill>
        </p:spPr>
      </p:sp>
      <p:sp>
        <p:nvSpPr>
          <p:cNvPr id="4" name="TextBox4"/>
          <p:cNvSpPr txBox="1"/>
          <p:nvPr/>
        </p:nvSpPr>
        <p:spPr>
          <a:xfrm>
            <a:off x="976630" y="553720"/>
            <a:ext cx="1149350" cy="2143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探</a:t>
            </a:r>
            <a:r>
              <a:rPr baseline="0" lang="en-US" altLang="zh-CN" sz="14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索</a:t>
            </a:r>
            <a:r>
              <a:rPr baseline="0" lang="en-US" altLang="zh-CN" sz="14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A</a:t>
            </a:r>
            <a:r>
              <a:rPr baseline="0" lang="en-US" altLang="zh-CN" sz="14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I</a:t>
            </a:r>
            <a:r>
              <a:rPr baseline="0" lang="en-US" altLang="zh-CN" sz="14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世</a:t>
            </a:r>
            <a:r>
              <a:rPr baseline="0" lang="en-US" altLang="zh-CN" sz="14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界</a:t>
            </a:r>
          </a:p>
        </p:txBody>
      </p:sp>
      <p:pic>
        <p:nvPicPr>
          <p:cNvPr id="5" name="6F7F1C00-3429-4FFE-12B4-93881DFEAE0E"/>
          <p:cNvPicPr>
            <a:picLocks noChangeAspect="1"/>
          </p:cNvPicPr>
          <p:nvPr/>
        </p:nvPicPr>
        <p:blipFill>
          <a:blip r:embed="rId3" cstate="print">
            <a:extLst>
              <a:ext uri="{A9D43A8F-23AC-469E-195A-DA874B86C3CF}"/>
            </a:extLst>
          </a:blip>
          <a:srcRect/>
          <a:stretch>
            <a:fillRect/>
          </a:stretch>
        </p:blipFill>
        <p:spPr>
          <a:xfrm>
            <a:off x="933450" y="5437505"/>
            <a:ext cx="1011767" cy="529167"/>
          </a:xfrm>
          <a:prstGeom prst="rect">
            <a:avLst/>
          </a:prstGeom>
        </p:spPr>
      </p:pic>
      <p:pic>
        <p:nvPicPr>
          <p:cNvPr id="6" name="D5151978-3CDA-445C-4456-554A10302EFB"/>
          <p:cNvPicPr>
            <a:picLocks noChangeAspect="1"/>
          </p:cNvPicPr>
          <p:nvPr/>
        </p:nvPicPr>
        <p:blipFill>
          <a:blip r:embed="rId4" cstate="print">
            <a:extLst>
              <a:ext uri="{BCD4F7B1-A6BE-4DC7-E0C4-A49AC2FC9786}"/>
            </a:extLst>
          </a:blip>
          <a:srcRect/>
          <a:stretch>
            <a:fillRect/>
          </a:stretch>
        </p:blipFill>
        <p:spPr>
          <a:xfrm>
            <a:off x="44450" y="6010275"/>
            <a:ext cx="4584700" cy="723900"/>
          </a:xfrm>
          <a:prstGeom prst="rect">
            <a:avLst/>
          </a:prstGeom>
        </p:spPr>
      </p:pic>
      <p:pic>
        <p:nvPicPr>
          <p:cNvPr id="7" name="92360DF6-884A-4722-35A7-DF3FFDE7BEF1"/>
          <p:cNvPicPr>
            <a:picLocks noChangeAspect="1"/>
          </p:cNvPicPr>
          <p:nvPr/>
        </p:nvPicPr>
        <p:blipFill>
          <a:blip r:embed="rId5" cstate="print">
            <a:extLst>
              <a:ext uri="{B7E30DBC-0DCA-4FC3-04D8-021A7E13629C}"/>
            </a:extLst>
          </a:blip>
          <a:srcRect/>
          <a:stretch>
            <a:fillRect/>
          </a:stretch>
        </p:blipFill>
        <p:spPr>
          <a:xfrm>
            <a:off x="6153785" y="5875020"/>
            <a:ext cx="283633" cy="270933"/>
          </a:xfrm>
          <a:prstGeom prst="rect">
            <a:avLst/>
          </a:prstGeom>
        </p:spPr>
      </p:pic>
      <p:sp>
        <p:nvSpPr>
          <p:cNvPr id="8" name="TextBox8"/>
          <p:cNvSpPr txBox="1"/>
          <p:nvPr/>
        </p:nvSpPr>
        <p:spPr>
          <a:xfrm>
            <a:off x="4499610" y="5934075"/>
            <a:ext cx="1249362" cy="2143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40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汇报人：莫心蕊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6350" y="5782945"/>
            <a:ext cx="4652962" cy="1025525"/>
          </a:xfrm>
          <a:prstGeom prst="rect">
            <a:avLst/>
          </a:prstGeom>
          <a:noFill/>
        </p:spPr>
        <p:txBody>
          <a:bodyPr wrap="square" lIns="0" rIns="0" bIns="0" tIns="14605" rtlCol="0">
            <a:spAutoFit/>
          </a:bodyPr>
          <a:lstStyle/>
          <a:p>
            <a:pPr marL="0" marR="0" indent="0" eaLnBrk="0">
              <a:lnSpc>
                <a:spcPct val="100631"/>
              </a:lnSpc>
              <a:spcBef>
                <a:spcPts val="115"/>
              </a:spcBef>
              <a:spcAft>
                <a:spcPts val="34"/>
              </a:spcAft>
            </a:pPr>
            <a:r>
              <a:rPr lang="en-US" altLang="zh-CN" sz="6600" kern="0" spc="-15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</a:t>
            </a:r>
            <a:r>
              <a:rPr baseline="0" lang="en-US" altLang="zh-CN" sz="6600" kern="0" spc="-450" noProof="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6600" kern="0" spc="-15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</a:t>
            </a:r>
            <a:r>
              <a:rPr baseline="0" lang="en-US" altLang="zh-CN" sz="6600" kern="0" spc="-480" noProof="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6600" kern="0" spc="0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</a:t>
            </a:r>
            <a:r>
              <a:rPr baseline="0" lang="en-US" altLang="zh-CN" sz="6600" kern="0" spc="-475" noProof="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660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</a:t>
            </a:r>
            <a:r>
              <a:rPr baseline="0" lang="en-US" altLang="zh-CN" sz="6600" kern="0" spc="-450" noProof="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6600" kern="0" spc="-25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</a:t>
            </a:r>
            <a:r>
              <a:rPr baseline="0" lang="en-US" altLang="zh-CN" sz="6600" kern="0" spc="-465" noProof="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6600" kern="0" spc="0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</a:t>
            </a:r>
            <a:r>
              <a:rPr baseline="0" lang="en-US" altLang="zh-CN" sz="6600" kern="0" spc="-490" noProof="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660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</a:t>
            </a:r>
            <a:r>
              <a:rPr baseline="0" lang="en-US" altLang="zh-CN" sz="6600" kern="0" spc="-450" noProof="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6600" kern="0" spc="-65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</a:t>
            </a:r>
            <a:r>
              <a:rPr baseline="0" lang="en-US" altLang="zh-CN" sz="6600" kern="0" spc="-450" noProof="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6600" kern="0" spc="-90" baseline="0" noProof="0" dirty="0" smtClean="0">
                <a:solidFill>
                  <a:srgbClr val="000000">
                    <a:alpha val="0"/>
                  </a:srgb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</a:t>
            </a:r>
          </a:p>
        </p:txBody>
      </p:sp>
      <p:sp>
        <p:nvSpPr>
          <p:cNvPr id="10" name="VectorPath 10"/>
          <p:cNvSpPr/>
          <p:nvPr/>
        </p:nvSpPr>
        <p:spPr>
          <a:xfrm>
            <a:off x="465455" y="6704966"/>
            <a:ext cx="1205865" cy="152400"/>
          </a:xfrm>
          <a:custGeom>
            <a:rect l="l" t="t" r="r" b="b"/>
            <a:pathLst>
              <a:path w="1205738" h="152213">
                <a:moveTo>
                  <a:pt x="1001395" y="-152"/>
                </a:moveTo>
                <a:lnTo>
                  <a:pt x="1205738" y="-152"/>
                </a:lnTo>
                <a:lnTo>
                  <a:pt x="1053465" y="152213"/>
                </a:lnTo>
                <a:lnTo>
                  <a:pt x="848995" y="152213"/>
                </a:lnTo>
                <a:lnTo>
                  <a:pt x="1001395" y="-152"/>
                </a:lnTo>
                <a:moveTo>
                  <a:pt x="718337" y="-152"/>
                </a:moveTo>
                <a:lnTo>
                  <a:pt x="922782" y="-152"/>
                </a:lnTo>
                <a:lnTo>
                  <a:pt x="770395" y="152213"/>
                </a:lnTo>
                <a:lnTo>
                  <a:pt x="565975" y="152213"/>
                </a:lnTo>
                <a:lnTo>
                  <a:pt x="718337" y="-152"/>
                </a:lnTo>
                <a:moveTo>
                  <a:pt x="435305" y="-152"/>
                </a:moveTo>
                <a:lnTo>
                  <a:pt x="639724" y="-152"/>
                </a:lnTo>
                <a:lnTo>
                  <a:pt x="487350" y="152213"/>
                </a:lnTo>
                <a:lnTo>
                  <a:pt x="282943" y="152213"/>
                </a:lnTo>
                <a:lnTo>
                  <a:pt x="435305" y="-152"/>
                </a:lnTo>
                <a:moveTo>
                  <a:pt x="152273" y="-152"/>
                </a:moveTo>
                <a:lnTo>
                  <a:pt x="356679" y="-152"/>
                </a:lnTo>
                <a:lnTo>
                  <a:pt x="204318" y="152213"/>
                </a:lnTo>
                <a:lnTo>
                  <a:pt x="-102" y="152213"/>
                </a:lnTo>
                <a:lnTo>
                  <a:pt x="152273" y="-152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" name="53F78B17-19CE-484F-B1B9-CCC5568C8020"/>
          <p:cNvPicPr>
            <a:picLocks noChangeAspect="1"/>
          </p:cNvPicPr>
          <p:nvPr/>
        </p:nvPicPr>
        <p:blipFill>
          <a:blip r:embed="rId6" cstate="print">
            <a:extLst>
              <a:ext uri="{F02C54BD-4072-4FB4-B17D-52D1F8621681}"/>
            </a:extLst>
          </a:blip>
          <a:srcRect/>
          <a:stretch>
            <a:fillRect/>
          </a:stretch>
        </p:blipFill>
        <p:spPr>
          <a:xfrm>
            <a:off x="4066540" y="5875020"/>
            <a:ext cx="283633" cy="270933"/>
          </a:xfrm>
          <a:prstGeom prst="rect">
            <a:avLst/>
          </a:prstGeom>
        </p:spPr>
      </p:pic>
      <p:sp>
        <p:nvSpPr>
          <p:cNvPr id="12" name="TextBox12"/>
          <p:cNvSpPr txBox="1"/>
          <p:nvPr/>
        </p:nvSpPr>
        <p:spPr>
          <a:xfrm>
            <a:off x="6635750" y="5934075"/>
            <a:ext cx="1806575" cy="2143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40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时间：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2025年6月30日</a:t>
            </a:r>
          </a:p>
        </p:txBody>
      </p:sp>
      <p:pic>
        <p:nvPicPr>
          <p:cNvPr id="13" name="83B4206E-ED04-4A8B-E365-19E3E7DC7782"/>
          <p:cNvPicPr>
            <a:picLocks noChangeAspect="1"/>
          </p:cNvPicPr>
          <p:nvPr/>
        </p:nvPicPr>
        <p:blipFill>
          <a:blip r:embed="rId7" cstate="print">
            <a:extLst>
              <a:ext uri="{190025ED-7E49-4DB3-F00C-681CE95454E7}"/>
            </a:extLst>
          </a:blip>
          <a:srcRect/>
          <a:stretch>
            <a:fillRect/>
          </a:stretch>
        </p:blipFill>
        <p:spPr>
          <a:xfrm>
            <a:off x="11135360" y="553720"/>
            <a:ext cx="410633" cy="973667"/>
          </a:xfrm>
          <a:prstGeom prst="rect">
            <a:avLst/>
          </a:prstGeom>
        </p:spPr>
      </p:pic>
      <p:pic>
        <p:nvPicPr>
          <p:cNvPr id="14" name="91EFED56-9E74-4405-C880-E015A17F8DD3"/>
          <p:cNvPicPr>
            <a:picLocks noChangeAspect="1"/>
          </p:cNvPicPr>
          <p:nvPr/>
        </p:nvPicPr>
        <p:blipFill>
          <a:blip r:embed="rId8" cstate="print">
            <a:extLst>
              <a:ext uri="{9BE31A95-4473-424C-E2C1-981230EC98C2}"/>
            </a:extLst>
          </a:blip>
          <a:srcRect/>
          <a:stretch>
            <a:fillRect/>
          </a:stretch>
        </p:blipFill>
        <p:spPr>
          <a:xfrm>
            <a:off x="376555" y="1136650"/>
            <a:ext cx="10871200" cy="4305300"/>
          </a:xfrm>
          <a:prstGeom prst="rect">
            <a:avLst/>
          </a:prstGeom>
        </p:spPr>
      </p:pic>
    </p:spTree>
    <p:extLst>
      <p:ext uri="{5959B9B2-29A0-4948-DE0B-DEFA7C01B753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615248E1-1D5D-4B55-9371-1754F455CA46"/>
          <p:cNvPicPr>
            <a:picLocks noChangeAspect="1"/>
          </p:cNvPicPr>
          <p:nvPr/>
        </p:nvPicPr>
        <p:blipFill>
          <a:blip r:embed="rId2" cstate="print">
            <a:extLst>
              <a:ext uri="{9925EF57-A60E-4935-4A7B-C4CF7843CC2F}"/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578AE5E5-CB37-4442-ECB0-C6EE87355229"/>
          <p:cNvPicPr>
            <a:picLocks noChangeAspect="1"/>
          </p:cNvPicPr>
          <p:nvPr/>
        </p:nvPicPr>
        <p:blipFill>
          <a:blip r:embed="rId3" cstate="print">
            <a:extLst>
              <a:ext uri="{827B484E-1985-46F5-1CD4-42B897A42888}"/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EF88E572-6D71-4445-7DD9-EE22736C86A3"/>
          <p:cNvPicPr>
            <a:picLocks noChangeAspect="1"/>
          </p:cNvPicPr>
          <p:nvPr/>
        </p:nvPicPr>
        <p:blipFill>
          <a:blip r:embed="rId4" cstate="print">
            <a:extLst>
              <a:ext uri="{FA6CA342-21C6-4A27-FF54-92F8FA1CA232}"/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18"/>
          <p:cNvSpPr txBox="1"/>
          <p:nvPr/>
        </p:nvSpPr>
        <p:spPr>
          <a:xfrm>
            <a:off x="2903855" y="735965"/>
            <a:ext cx="3648075" cy="3048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C</a:t>
            </a:r>
            <a:r>
              <a:rPr baseline="0" lang="en-US" altLang="zh-CN" sz="20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O</a:t>
            </a:r>
            <a:r>
              <a:rPr baseline="0" lang="en-US" altLang="zh-CN" sz="20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N</a:t>
            </a:r>
            <a:r>
              <a:rPr baseline="0" lang="en-US" altLang="zh-CN" sz="20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T</a:t>
            </a:r>
            <a:r>
              <a:rPr baseline="0" lang="en-US" altLang="zh-CN" sz="20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N</a:t>
            </a:r>
            <a:r>
              <a:rPr baseline="0" lang="en-US" altLang="zh-CN" sz="20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E</a:t>
            </a:r>
            <a:r>
              <a:rPr baseline="0" lang="en-US" altLang="zh-CN" sz="20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N</a:t>
            </a:r>
            <a:r>
              <a:rPr baseline="0" lang="en-US" altLang="zh-CN" sz="20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T</a:t>
            </a:r>
            <a:r>
              <a:rPr baseline="0" lang="en-US" altLang="zh-CN" sz="20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S</a:t>
            </a:r>
          </a:p>
        </p:txBody>
      </p:sp>
      <p:sp>
        <p:nvSpPr>
          <p:cNvPr id="19" name="TextBox19"/>
          <p:cNvSpPr txBox="1"/>
          <p:nvPr/>
        </p:nvSpPr>
        <p:spPr>
          <a:xfrm>
            <a:off x="1046480" y="416560"/>
            <a:ext cx="1676400" cy="100647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63"/>
              </a:lnSpc>
            </a:pPr>
            <a:r>
              <a:rPr lang="en-US" altLang="zh-CN" sz="6600" kern="0" spc="-15" baseline="0" b="1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目录</a:t>
            </a:r>
          </a:p>
        </p:txBody>
      </p:sp>
      <p:pic>
        <p:nvPicPr>
          <p:cNvPr id="20" name="F1B67F04-A5B3-4470-D096-C8ED81CB6CD7"/>
          <p:cNvPicPr>
            <a:picLocks noChangeAspect="1"/>
          </p:cNvPicPr>
          <p:nvPr/>
        </p:nvPicPr>
        <p:blipFill>
          <a:blip r:embed="rId5" cstate="print">
            <a:extLst>
              <a:ext uri="{71FA31CF-ACCD-4975-6C8F-A193C9056442}"/>
            </a:extLst>
          </a:blip>
          <a:srcRect/>
          <a:stretch>
            <a:fillRect/>
          </a:stretch>
        </p:blipFill>
        <p:spPr>
          <a:xfrm>
            <a:off x="10629900" y="450215"/>
            <a:ext cx="766233" cy="402167"/>
          </a:xfrm>
          <a:prstGeom prst="rect">
            <a:avLst/>
          </a:prstGeom>
        </p:spPr>
      </p:pic>
      <p:sp>
        <p:nvSpPr>
          <p:cNvPr id="21" name="VectorPath 21"/>
          <p:cNvSpPr/>
          <p:nvPr/>
        </p:nvSpPr>
        <p:spPr>
          <a:xfrm>
            <a:off x="1050925" y="1511300"/>
            <a:ext cx="10089516" cy="4528185"/>
          </a:xfrm>
          <a:custGeom>
            <a:rect l="l" t="t" r="r" b="b"/>
            <a:pathLst>
              <a:path w="10089198" h="4528185">
                <a:moveTo>
                  <a:pt x="0" y="406400"/>
                </a:moveTo>
                <a:cubicBezTo>
                  <a:pt x="0" y="181991"/>
                  <a:pt x="181953" y="0"/>
                  <a:pt x="406464" y="0"/>
                </a:cubicBezTo>
                <a:lnTo>
                  <a:pt x="9683052" y="0"/>
                </a:lnTo>
                <a:cubicBezTo>
                  <a:pt x="9907588" y="0"/>
                  <a:pt x="10089452" y="181991"/>
                  <a:pt x="10089452" y="406400"/>
                </a:cubicBezTo>
                <a:lnTo>
                  <a:pt x="10089452" y="4121773"/>
                </a:lnTo>
                <a:cubicBezTo>
                  <a:pt x="10089452" y="4346232"/>
                  <a:pt x="9907588" y="4528185"/>
                  <a:pt x="9683052" y="4528185"/>
                </a:cubicBezTo>
                <a:lnTo>
                  <a:pt x="406464" y="4528185"/>
                </a:lnTo>
                <a:cubicBezTo>
                  <a:pt x="181953" y="4528185"/>
                  <a:pt x="0" y="4346232"/>
                  <a:pt x="0" y="4121773"/>
                </a:cubicBezTo>
                <a:lnTo>
                  <a:pt x="0" y="406400"/>
                </a:lnTo>
              </a:path>
            </a:pathLst>
          </a:custGeom>
          <a:solidFill>
            <a:srgbClr val="0B5C9B">
              <a:alpha val="50000"/>
            </a:srgbClr>
          </a:solidFill>
        </p:spPr>
      </p:sp>
      <p:pic>
        <p:nvPicPr>
          <p:cNvPr id="22" name="FA27832B-4CCC-48A4-1E78-29510C952E5F"/>
          <p:cNvPicPr>
            <a:picLocks noChangeAspect="1"/>
          </p:cNvPicPr>
          <p:nvPr/>
        </p:nvPicPr>
        <p:blipFill>
          <a:blip r:embed="rId6" cstate="print">
            <a:extLst>
              <a:ext uri="{BA286191-FE66-4C6A-809A-A1B147AD4586}"/>
            </a:extLst>
          </a:blip>
          <a:srcRect/>
          <a:stretch>
            <a:fillRect/>
          </a:stretch>
        </p:blipFill>
        <p:spPr>
          <a:xfrm>
            <a:off x="2221865" y="2219960"/>
            <a:ext cx="42333" cy="3090334"/>
          </a:xfrm>
          <a:prstGeom prst="rect">
            <a:avLst/>
          </a:prstGeom>
        </p:spPr>
      </p:pic>
      <p:pic>
        <p:nvPicPr>
          <p:cNvPr id="23" name="5F83CA41-935C-432C-44C5-0D76A8945FA3"/>
          <p:cNvPicPr>
            <a:picLocks noChangeAspect="1"/>
          </p:cNvPicPr>
          <p:nvPr/>
        </p:nvPicPr>
        <p:blipFill>
          <a:blip r:embed="rId7" cstate="print">
            <a:extLst>
              <a:ext uri="{F3AC8675-7CCA-4AF1-08A5-419EB50FDCB3}"/>
            </a:extLst>
          </a:blip>
          <a:srcRect/>
          <a:stretch>
            <a:fillRect/>
          </a:stretch>
        </p:blipFill>
        <p:spPr>
          <a:xfrm>
            <a:off x="2567940" y="2112010"/>
            <a:ext cx="1261533" cy="1261533"/>
          </a:xfrm>
          <a:prstGeom prst="rect">
            <a:avLst/>
          </a:prstGeom>
        </p:spPr>
      </p:pic>
      <p:pic>
        <p:nvPicPr>
          <p:cNvPr id="24" name="9321F7C8-ACC1-46E0-78B5-C3B1E2EDD2E0"/>
          <p:cNvPicPr>
            <a:picLocks noChangeAspect="1"/>
          </p:cNvPicPr>
          <p:nvPr/>
        </p:nvPicPr>
        <p:blipFill>
          <a:blip r:embed="rId8" cstate="print">
            <a:extLst>
              <a:ext uri="{8BD07BB8-F24A-4AC4-59B0-2891C7D84724}"/>
            </a:extLst>
          </a:blip>
          <a:srcRect/>
          <a:stretch>
            <a:fillRect/>
          </a:stretch>
        </p:blipFill>
        <p:spPr>
          <a:xfrm>
            <a:off x="2760980" y="2252980"/>
            <a:ext cx="889000" cy="889000"/>
          </a:xfrm>
          <a:prstGeom prst="rect">
            <a:avLst/>
          </a:prstGeom>
        </p:spPr>
      </p:pic>
      <p:sp>
        <p:nvSpPr>
          <p:cNvPr id="25" name="TextBox25"/>
          <p:cNvSpPr txBox="1"/>
          <p:nvPr/>
        </p:nvSpPr>
        <p:spPr>
          <a:xfrm>
            <a:off x="2995930" y="2510155"/>
            <a:ext cx="417512" cy="4191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848"/>
              </a:lnSpc>
            </a:pPr>
            <a:r>
              <a:rPr lang="en-US" altLang="zh-CN" sz="27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01</a:t>
            </a:r>
          </a:p>
        </p:txBody>
      </p:sp>
      <p:sp>
        <p:nvSpPr>
          <p:cNvPr id="26" name="TextBox26"/>
          <p:cNvSpPr txBox="1"/>
          <p:nvPr/>
        </p:nvSpPr>
        <p:spPr>
          <a:xfrm>
            <a:off x="2696210" y="3324225"/>
            <a:ext cx="1016000" cy="17018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478"/>
              </a:lnSpc>
              <a:spcAft>
                <a:spcPts val="910"/>
              </a:spcAft>
            </a:pPr>
            <a:r>
              <a:rPr lang="en-US" altLang="zh-CN" sz="39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背景</a:t>
            </a:r>
            <a:r>
              <a:rPr baseline="0" lang="en-US" altLang="zh-CN" sz="395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39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介绍</a:t>
            </a:r>
            <a:r>
              <a:rPr baseline="0" lang="en-US" altLang="zh-CN" sz="395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</a:p>
          <a:p>
            <a:pPr marL="56515" marR="55245" indent="13716" eaLnBrk="0">
              <a:lnSpc>
                <a:spcPct val="100000"/>
              </a:lnSpc>
            </a:pP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Back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ground</a:t>
            </a:r>
            <a:r>
              <a:rPr baseline="0" lang="en-US" altLang="zh-CN" sz="120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imfo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rmation</a:t>
            </a:r>
            <a:r>
              <a:rPr baseline="0" lang="en-US" altLang="zh-CN" sz="120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</a:p>
        </p:txBody>
      </p:sp>
      <p:pic>
        <p:nvPicPr>
          <p:cNvPr id="27" name="488B077D-B5B8-4F6C-A2BF-D87B2B598D1A"/>
          <p:cNvPicPr>
            <a:picLocks noChangeAspect="1"/>
          </p:cNvPicPr>
          <p:nvPr/>
        </p:nvPicPr>
        <p:blipFill>
          <a:blip r:embed="rId9" cstate="print">
            <a:extLst>
              <a:ext uri="{709EE37F-2A92-481C-FD74-BFDBB45AF5A3}"/>
            </a:extLst>
          </a:blip>
          <a:srcRect/>
          <a:stretch>
            <a:fillRect/>
          </a:stretch>
        </p:blipFill>
        <p:spPr>
          <a:xfrm>
            <a:off x="4149090" y="2249805"/>
            <a:ext cx="8467" cy="2997200"/>
          </a:xfrm>
          <a:prstGeom prst="rect">
            <a:avLst/>
          </a:prstGeom>
        </p:spPr>
      </p:pic>
      <p:pic>
        <p:nvPicPr>
          <p:cNvPr id="28" name="565FCFAC-7275-47DC-CEC3-7F26E35E77F5"/>
          <p:cNvPicPr>
            <a:picLocks noChangeAspect="1"/>
          </p:cNvPicPr>
          <p:nvPr/>
        </p:nvPicPr>
        <p:blipFill>
          <a:blip r:embed="rId10" cstate="print">
            <a:extLst>
              <a:ext uri="{0C1EBAC5-C91A-4819-8393-C754334780AD}"/>
            </a:extLst>
          </a:blip>
          <a:srcRect/>
          <a:stretch>
            <a:fillRect/>
          </a:stretch>
        </p:blipFill>
        <p:spPr>
          <a:xfrm>
            <a:off x="4453255" y="2068195"/>
            <a:ext cx="1278467" cy="1261533"/>
          </a:xfrm>
          <a:prstGeom prst="rect">
            <a:avLst/>
          </a:prstGeom>
        </p:spPr>
      </p:pic>
      <p:pic>
        <p:nvPicPr>
          <p:cNvPr id="29" name="EED0F67C-4DD5-44CD-CDEB-64816897A8BD"/>
          <p:cNvPicPr>
            <a:picLocks noChangeAspect="1"/>
          </p:cNvPicPr>
          <p:nvPr/>
        </p:nvPicPr>
        <p:blipFill>
          <a:blip r:embed="rId11" cstate="print">
            <a:extLst>
              <a:ext uri="{D8BCD122-B73C-43F8-2235-C4C9B800E907}"/>
            </a:extLst>
          </a:blip>
          <a:srcRect/>
          <a:stretch>
            <a:fillRect/>
          </a:stretch>
        </p:blipFill>
        <p:spPr>
          <a:xfrm>
            <a:off x="4645660" y="2208530"/>
            <a:ext cx="905934" cy="893233"/>
          </a:xfrm>
          <a:prstGeom prst="rect">
            <a:avLst/>
          </a:prstGeom>
        </p:spPr>
      </p:pic>
      <p:sp>
        <p:nvSpPr>
          <p:cNvPr id="30" name="TextBox30"/>
          <p:cNvSpPr txBox="1"/>
          <p:nvPr/>
        </p:nvSpPr>
        <p:spPr>
          <a:xfrm>
            <a:off x="4886960" y="2466340"/>
            <a:ext cx="417512" cy="4191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848"/>
              </a:lnSpc>
            </a:pPr>
            <a:r>
              <a:rPr lang="en-US" altLang="zh-CN" sz="27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02</a:t>
            </a:r>
          </a:p>
        </p:txBody>
      </p:sp>
      <p:sp>
        <p:nvSpPr>
          <p:cNvPr id="31" name="TextBox31"/>
          <p:cNvSpPr txBox="1"/>
          <p:nvPr/>
        </p:nvSpPr>
        <p:spPr>
          <a:xfrm>
            <a:off x="4603750" y="3305175"/>
            <a:ext cx="1016000" cy="171767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742"/>
              </a:lnSpc>
              <a:spcAft>
                <a:spcPts val="1025"/>
              </a:spcAft>
            </a:pPr>
            <a:r>
              <a:rPr lang="en-US" altLang="zh-CN" sz="39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项目</a:t>
            </a:r>
            <a:r>
              <a:rPr baseline="0" lang="en-US" altLang="zh-CN" sz="395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39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概述</a:t>
            </a:r>
            <a:r>
              <a:rPr baseline="0" lang="en-US" altLang="zh-CN" sz="395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</a:p>
          <a:p>
            <a:pPr marL="88265" marR="27940" indent="146304" eaLnBrk="0">
              <a:lnSpc>
                <a:spcPct val="100173"/>
              </a:lnSpc>
            </a:pP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Det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ailed</a:t>
            </a:r>
            <a:r>
              <a:rPr baseline="0" lang="en-US" altLang="zh-CN" sz="120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intr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oduction</a:t>
            </a:r>
            <a:r>
              <a:rPr baseline="0" lang="en-US" altLang="zh-CN" sz="120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</a:p>
        </p:txBody>
      </p:sp>
      <p:pic>
        <p:nvPicPr>
          <p:cNvPr id="32" name="5992A09E-A16D-420C-4228-0F958F2C907A"/>
          <p:cNvPicPr>
            <a:picLocks noChangeAspect="1"/>
          </p:cNvPicPr>
          <p:nvPr/>
        </p:nvPicPr>
        <p:blipFill>
          <a:blip r:embed="rId12" cstate="print">
            <a:extLst>
              <a:ext uri="{527809BF-24D9-42A5-329F-240A6B2A472D}"/>
            </a:extLst>
          </a:blip>
          <a:srcRect/>
          <a:stretch>
            <a:fillRect/>
          </a:stretch>
        </p:blipFill>
        <p:spPr>
          <a:xfrm>
            <a:off x="5939155" y="2217420"/>
            <a:ext cx="12700" cy="2980267"/>
          </a:xfrm>
          <a:prstGeom prst="rect">
            <a:avLst/>
          </a:prstGeom>
        </p:spPr>
      </p:pic>
      <p:pic>
        <p:nvPicPr>
          <p:cNvPr id="33" name="702A3CAD-C845-43D0-6D45-BB90D0DFC86A"/>
          <p:cNvPicPr>
            <a:picLocks noChangeAspect="1"/>
          </p:cNvPicPr>
          <p:nvPr/>
        </p:nvPicPr>
        <p:blipFill>
          <a:blip r:embed="rId13" cstate="print">
            <a:extLst>
              <a:ext uri="{9C34AB5E-7FF4-4A15-72F2-FEF8CDA6227D}"/>
            </a:extLst>
          </a:blip>
          <a:srcRect/>
          <a:stretch>
            <a:fillRect/>
          </a:stretch>
        </p:blipFill>
        <p:spPr>
          <a:xfrm>
            <a:off x="6217920" y="2068195"/>
            <a:ext cx="1270000" cy="1261533"/>
          </a:xfrm>
          <a:prstGeom prst="rect">
            <a:avLst/>
          </a:prstGeom>
        </p:spPr>
      </p:pic>
      <p:pic>
        <p:nvPicPr>
          <p:cNvPr id="34" name="2198712E-AF15-42AE-6626-D47F98ACCA3D"/>
          <p:cNvPicPr>
            <a:picLocks noChangeAspect="1"/>
          </p:cNvPicPr>
          <p:nvPr/>
        </p:nvPicPr>
        <p:blipFill>
          <a:blip r:embed="rId14" cstate="print">
            <a:extLst>
              <a:ext uri="{70A5CA4D-29E2-41F3-03BB-9A6BA2BF0291}"/>
            </a:extLst>
          </a:blip>
          <a:srcRect/>
          <a:stretch>
            <a:fillRect/>
          </a:stretch>
        </p:blipFill>
        <p:spPr>
          <a:xfrm>
            <a:off x="6410325" y="2208530"/>
            <a:ext cx="897467" cy="893233"/>
          </a:xfrm>
          <a:prstGeom prst="rect">
            <a:avLst/>
          </a:prstGeom>
        </p:spPr>
      </p:pic>
      <p:sp>
        <p:nvSpPr>
          <p:cNvPr id="35" name="TextBox35"/>
          <p:cNvSpPr txBox="1"/>
          <p:nvPr/>
        </p:nvSpPr>
        <p:spPr>
          <a:xfrm>
            <a:off x="6649085" y="2466340"/>
            <a:ext cx="417512" cy="4191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848"/>
              </a:lnSpc>
            </a:pPr>
            <a:r>
              <a:rPr lang="en-US" altLang="zh-CN" sz="27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03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6319520" y="3324225"/>
            <a:ext cx="1044575" cy="160337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28575" indent="0" eaLnBrk="0">
              <a:lnSpc>
                <a:spcPct val="101108"/>
              </a:lnSpc>
              <a:spcAft>
                <a:spcPts val="1575"/>
              </a:spcAft>
            </a:pPr>
            <a:r>
              <a:rPr lang="en-US" altLang="zh-CN" sz="39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成果</a:t>
            </a:r>
            <a:r>
              <a:rPr baseline="0" lang="en-US" altLang="zh-CN" sz="395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39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展示</a:t>
            </a:r>
            <a:r>
              <a:rPr baseline="0" lang="en-US" altLang="zh-CN" sz="395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</a:p>
          <a:p>
            <a:pPr marL="109220" marR="0" indent="0" eaLnBrk="0">
              <a:lnSpc>
                <a:spcPct val="100000"/>
              </a:lnSpc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Succes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Show</a:t>
            </a:r>
          </a:p>
        </p:txBody>
      </p:sp>
      <p:pic>
        <p:nvPicPr>
          <p:cNvPr id="37" name="6AED300A-281C-44F5-E985-2F5278A1CA4A"/>
          <p:cNvPicPr>
            <a:picLocks noChangeAspect="1"/>
          </p:cNvPicPr>
          <p:nvPr/>
        </p:nvPicPr>
        <p:blipFill>
          <a:blip r:embed="rId15" cstate="print">
            <a:extLst>
              <a:ext uri="{64F022D7-560C-4183-0A2B-684C4061D303}"/>
            </a:extLst>
          </a:blip>
          <a:srcRect/>
          <a:stretch>
            <a:fillRect/>
          </a:stretch>
        </p:blipFill>
        <p:spPr>
          <a:xfrm>
            <a:off x="7680325" y="2219960"/>
            <a:ext cx="8466" cy="3035300"/>
          </a:xfrm>
          <a:prstGeom prst="rect">
            <a:avLst/>
          </a:prstGeom>
        </p:spPr>
      </p:pic>
      <p:pic>
        <p:nvPicPr>
          <p:cNvPr id="38" name="42ECDEAB-4ABA-42D0-EEAB-DED7D9F3043F"/>
          <p:cNvPicPr>
            <a:picLocks noChangeAspect="1"/>
          </p:cNvPicPr>
          <p:nvPr/>
        </p:nvPicPr>
        <p:blipFill>
          <a:blip r:embed="rId16" cstate="print">
            <a:extLst>
              <a:ext uri="{8F094BBE-0933-426B-B1BB-F143F1446AF6}"/>
            </a:extLst>
          </a:blip>
          <a:srcRect/>
          <a:stretch>
            <a:fillRect/>
          </a:stretch>
        </p:blipFill>
        <p:spPr>
          <a:xfrm>
            <a:off x="7952106" y="2081530"/>
            <a:ext cx="1261533" cy="1253067"/>
          </a:xfrm>
          <a:prstGeom prst="rect">
            <a:avLst/>
          </a:prstGeom>
        </p:spPr>
      </p:pic>
      <p:pic>
        <p:nvPicPr>
          <p:cNvPr id="39" name="83AD7C66-EAA5-42C1-0A29-F4C6EB753391"/>
          <p:cNvPicPr>
            <a:picLocks noChangeAspect="1"/>
          </p:cNvPicPr>
          <p:nvPr/>
        </p:nvPicPr>
        <p:blipFill>
          <a:blip r:embed="rId17" cstate="print">
            <a:extLst>
              <a:ext uri="{70DD7419-9A2E-49F8-5E30-145FBEB0A3C7}"/>
            </a:extLst>
          </a:blip>
          <a:srcRect/>
          <a:stretch>
            <a:fillRect/>
          </a:stretch>
        </p:blipFill>
        <p:spPr>
          <a:xfrm>
            <a:off x="8144510" y="2223770"/>
            <a:ext cx="893233" cy="876300"/>
          </a:xfrm>
          <a:prstGeom prst="rect">
            <a:avLst/>
          </a:prstGeom>
        </p:spPr>
      </p:pic>
      <p:sp>
        <p:nvSpPr>
          <p:cNvPr id="40" name="TextBox40"/>
          <p:cNvSpPr txBox="1"/>
          <p:nvPr/>
        </p:nvSpPr>
        <p:spPr>
          <a:xfrm>
            <a:off x="8380731" y="2474595"/>
            <a:ext cx="417512" cy="4191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848"/>
              </a:lnSpc>
            </a:pPr>
            <a:r>
              <a:rPr lang="en-US" altLang="zh-CN" sz="27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04</a:t>
            </a:r>
          </a:p>
        </p:txBody>
      </p:sp>
      <p:sp>
        <p:nvSpPr>
          <p:cNvPr id="41" name="TextBox41"/>
          <p:cNvSpPr txBox="1"/>
          <p:nvPr/>
        </p:nvSpPr>
        <p:spPr>
          <a:xfrm>
            <a:off x="8024495" y="3331210"/>
            <a:ext cx="1127125" cy="169545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57150" marR="54610" indent="0" eaLnBrk="0">
              <a:lnSpc>
                <a:spcPct val="100950"/>
              </a:lnSpc>
              <a:spcAft>
                <a:spcPts val="850"/>
              </a:spcAft>
            </a:pPr>
            <a:r>
              <a:rPr lang="en-US" altLang="zh-CN" sz="39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总结</a:t>
            </a:r>
            <a:r>
              <a:rPr baseline="0" lang="en-US" altLang="zh-CN" sz="395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39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展望</a:t>
            </a:r>
            <a:r>
              <a:rPr baseline="0" lang="en-US" altLang="zh-CN" sz="395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</a:p>
          <a:p>
            <a:pPr marL="265430" marR="0" indent="-265176" eaLnBrk="0">
              <a:lnSpc>
                <a:spcPct val="100000"/>
              </a:lnSpc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Summarize</a:t>
            </a:r>
            <a:r>
              <a:rPr baseline="0" lang="en-US" altLang="zh-CN" sz="1200" kern="0" spc="-6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and</a:t>
            </a:r>
            <a:r>
              <a:rPr baseline="0" lang="en-US" altLang="zh-CN" sz="120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impr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ove</a:t>
            </a:r>
            <a:r>
              <a:rPr baseline="0" lang="en-US" altLang="zh-CN" sz="1200" kern="0" spc="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</a:p>
        </p:txBody>
      </p:sp>
      <p:pic>
        <p:nvPicPr>
          <p:cNvPr id="42" name="0BA1A501-671C-4DDC-2796-C53A0388CD93"/>
          <p:cNvPicPr>
            <a:picLocks noChangeAspect="1"/>
          </p:cNvPicPr>
          <p:nvPr/>
        </p:nvPicPr>
        <p:blipFill>
          <a:blip r:embed="rId18" cstate="print">
            <a:extLst>
              <a:ext uri="{0722A4F4-E1A3-47AE-2F31-08F2B3143284}"/>
            </a:extLst>
          </a:blip>
          <a:srcRect/>
          <a:stretch>
            <a:fillRect/>
          </a:stretch>
        </p:blipFill>
        <p:spPr>
          <a:xfrm>
            <a:off x="9465310" y="2220595"/>
            <a:ext cx="42333" cy="3115734"/>
          </a:xfrm>
          <a:prstGeom prst="rect">
            <a:avLst/>
          </a:prstGeom>
        </p:spPr>
      </p:pic>
    </p:spTree>
    <p:extLst>
      <p:ext uri="{D182EE94-4B13-4960-FEF7-4AE04C075037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2DEC8CDA-AA8A-4BD5-E9A9-A07FF85E831F"/>
          <p:cNvPicPr>
            <a:picLocks noChangeAspect="1"/>
          </p:cNvPicPr>
          <p:nvPr/>
        </p:nvPicPr>
        <p:blipFill>
          <a:blip r:embed="rId2" cstate="print">
            <a:extLst>
              <a:ext uri="{A3475C9A-35AC-4B5A-710C-2303175392F5}"/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VectorPath 44"/>
          <p:cNvSpPr/>
          <p:nvPr/>
        </p:nvSpPr>
        <p:spPr>
          <a:xfrm>
            <a:off x="1787525" y="2043430"/>
            <a:ext cx="8616950" cy="3267710"/>
          </a:xfrm>
          <a:custGeom>
            <a:rect l="l" t="t" r="r" b="b"/>
            <a:pathLst>
              <a:path w="8616442" h="3267710">
                <a:moveTo>
                  <a:pt x="8616442" y="1633728"/>
                </a:moveTo>
                <a:cubicBezTo>
                  <a:pt x="8616442" y="731393"/>
                  <a:pt x="7884922" y="-127"/>
                  <a:pt x="6982587" y="-127"/>
                </a:cubicBezTo>
                <a:lnTo>
                  <a:pt x="1633855" y="-127"/>
                </a:lnTo>
                <a:cubicBezTo>
                  <a:pt x="731520" y="-127"/>
                  <a:pt x="0" y="731393"/>
                  <a:pt x="0" y="1633728"/>
                </a:cubicBezTo>
                <a:lnTo>
                  <a:pt x="0" y="1633728"/>
                </a:lnTo>
                <a:cubicBezTo>
                  <a:pt x="0" y="2536063"/>
                  <a:pt x="731520" y="3267710"/>
                  <a:pt x="1633855" y="3267710"/>
                </a:cubicBezTo>
                <a:lnTo>
                  <a:pt x="6982587" y="3267710"/>
                </a:lnTo>
                <a:cubicBezTo>
                  <a:pt x="7884922" y="3267710"/>
                  <a:pt x="8616442" y="2536063"/>
                  <a:pt x="8616442" y="1633728"/>
                </a:cubicBezTo>
              </a:path>
            </a:pathLst>
          </a:custGeom>
          <a:solidFill>
            <a:srgbClr val="0B5C9B">
              <a:alpha val="50000"/>
            </a:srgbClr>
          </a:solidFill>
        </p:spPr>
      </p:sp>
      <p:pic>
        <p:nvPicPr>
          <p:cNvPr id="45" name="60AB3C07-D8CD-4CA7-1FE2-6E243CF9BD16"/>
          <p:cNvPicPr>
            <a:picLocks noChangeAspect="1"/>
          </p:cNvPicPr>
          <p:nvPr/>
        </p:nvPicPr>
        <p:blipFill>
          <a:blip r:embed="rId3" cstate="print">
            <a:extLst>
              <a:ext uri="{FBEB26B4-94ED-4F19-F559-57444C3D5F89}"/>
            </a:extLst>
          </a:blip>
          <a:srcRect/>
          <a:stretch>
            <a:fillRect/>
          </a:stretch>
        </p:blipFill>
        <p:spPr>
          <a:xfrm>
            <a:off x="4506596" y="1517650"/>
            <a:ext cx="3170767" cy="1176867"/>
          </a:xfrm>
          <a:prstGeom prst="rect">
            <a:avLst/>
          </a:prstGeom>
        </p:spPr>
      </p:pic>
      <p:pic>
        <p:nvPicPr>
          <p:cNvPr id="46" name="04FBA118-5A9E-41AD-4019-02134FA68CF6"/>
          <p:cNvPicPr>
            <a:picLocks noChangeAspect="1"/>
          </p:cNvPicPr>
          <p:nvPr/>
        </p:nvPicPr>
        <p:blipFill>
          <a:blip r:embed="rId4" cstate="print">
            <a:extLst>
              <a:ext uri="{EDD7484A-E416-4936-FA71-70D305597AB8}"/>
            </a:extLst>
          </a:blip>
          <a:srcRect/>
          <a:stretch>
            <a:fillRect/>
          </a:stretch>
        </p:blipFill>
        <p:spPr>
          <a:xfrm>
            <a:off x="4698365" y="1659255"/>
            <a:ext cx="2802467" cy="762000"/>
          </a:xfrm>
          <a:prstGeom prst="rect">
            <a:avLst/>
          </a:prstGeom>
        </p:spPr>
      </p:pic>
      <p:sp>
        <p:nvSpPr>
          <p:cNvPr id="47" name="VectorPath 47"/>
          <p:cNvSpPr/>
          <p:nvPr/>
        </p:nvSpPr>
        <p:spPr>
          <a:xfrm>
            <a:off x="8284210" y="6104891"/>
            <a:ext cx="3019425" cy="139065"/>
          </a:xfrm>
          <a:custGeom>
            <a:rect l="l" t="t" r="r" b="b"/>
            <a:pathLst>
              <a:path w="3019298" h="138938">
                <a:moveTo>
                  <a:pt x="2940812" y="0"/>
                </a:moveTo>
                <a:lnTo>
                  <a:pt x="2964562" y="0"/>
                </a:lnTo>
                <a:lnTo>
                  <a:pt x="2964562" y="58255"/>
                </a:lnTo>
                <a:lnTo>
                  <a:pt x="3019298" y="58255"/>
                </a:lnTo>
                <a:lnTo>
                  <a:pt x="3019298" y="80861"/>
                </a:lnTo>
                <a:lnTo>
                  <a:pt x="2964562" y="80861"/>
                </a:lnTo>
                <a:lnTo>
                  <a:pt x="2964562" y="139116"/>
                </a:lnTo>
                <a:lnTo>
                  <a:pt x="2940812" y="139116"/>
                </a:lnTo>
                <a:lnTo>
                  <a:pt x="2940812" y="80861"/>
                </a:lnTo>
                <a:lnTo>
                  <a:pt x="2886075" y="80861"/>
                </a:lnTo>
                <a:lnTo>
                  <a:pt x="2886075" y="58255"/>
                </a:lnTo>
                <a:lnTo>
                  <a:pt x="2940812" y="58255"/>
                </a:lnTo>
                <a:lnTo>
                  <a:pt x="2940812" y="0"/>
                </a:lnTo>
                <a:moveTo>
                  <a:pt x="2620137" y="0"/>
                </a:moveTo>
                <a:lnTo>
                  <a:pt x="2643887" y="0"/>
                </a:lnTo>
                <a:lnTo>
                  <a:pt x="2643887" y="58255"/>
                </a:lnTo>
                <a:lnTo>
                  <a:pt x="2698624" y="58255"/>
                </a:lnTo>
                <a:lnTo>
                  <a:pt x="2698624" y="80861"/>
                </a:lnTo>
                <a:lnTo>
                  <a:pt x="2643887" y="80861"/>
                </a:lnTo>
                <a:lnTo>
                  <a:pt x="2643887" y="139116"/>
                </a:lnTo>
                <a:lnTo>
                  <a:pt x="2620137" y="139116"/>
                </a:lnTo>
                <a:lnTo>
                  <a:pt x="2620137" y="80861"/>
                </a:lnTo>
                <a:lnTo>
                  <a:pt x="2565400" y="80861"/>
                </a:lnTo>
                <a:lnTo>
                  <a:pt x="2565400" y="58255"/>
                </a:lnTo>
                <a:lnTo>
                  <a:pt x="2620137" y="58255"/>
                </a:lnTo>
                <a:lnTo>
                  <a:pt x="2620137" y="0"/>
                </a:lnTo>
                <a:moveTo>
                  <a:pt x="2299462" y="0"/>
                </a:moveTo>
                <a:lnTo>
                  <a:pt x="2323212" y="0"/>
                </a:lnTo>
                <a:lnTo>
                  <a:pt x="2323212" y="58255"/>
                </a:lnTo>
                <a:lnTo>
                  <a:pt x="2377948" y="58255"/>
                </a:lnTo>
                <a:lnTo>
                  <a:pt x="2377948" y="80861"/>
                </a:lnTo>
                <a:lnTo>
                  <a:pt x="2323212" y="80861"/>
                </a:lnTo>
                <a:lnTo>
                  <a:pt x="2323212" y="139116"/>
                </a:lnTo>
                <a:lnTo>
                  <a:pt x="2299462" y="139116"/>
                </a:lnTo>
                <a:lnTo>
                  <a:pt x="2299462" y="80861"/>
                </a:lnTo>
                <a:lnTo>
                  <a:pt x="2244725" y="80861"/>
                </a:lnTo>
                <a:lnTo>
                  <a:pt x="2244725" y="58255"/>
                </a:lnTo>
                <a:lnTo>
                  <a:pt x="2299462" y="58255"/>
                </a:lnTo>
                <a:lnTo>
                  <a:pt x="2299462" y="0"/>
                </a:lnTo>
                <a:moveTo>
                  <a:pt x="1978787" y="0"/>
                </a:moveTo>
                <a:lnTo>
                  <a:pt x="2002410" y="0"/>
                </a:lnTo>
                <a:lnTo>
                  <a:pt x="2002410" y="58255"/>
                </a:lnTo>
                <a:lnTo>
                  <a:pt x="2057274" y="58255"/>
                </a:lnTo>
                <a:lnTo>
                  <a:pt x="2057274" y="80861"/>
                </a:lnTo>
                <a:lnTo>
                  <a:pt x="2002410" y="80861"/>
                </a:lnTo>
                <a:lnTo>
                  <a:pt x="2002410" y="139116"/>
                </a:lnTo>
                <a:lnTo>
                  <a:pt x="1978787" y="139116"/>
                </a:lnTo>
                <a:lnTo>
                  <a:pt x="1978787" y="80861"/>
                </a:lnTo>
                <a:lnTo>
                  <a:pt x="1924050" y="80861"/>
                </a:lnTo>
                <a:lnTo>
                  <a:pt x="1924050" y="58255"/>
                </a:lnTo>
                <a:lnTo>
                  <a:pt x="1978787" y="58255"/>
                </a:lnTo>
                <a:lnTo>
                  <a:pt x="1978787" y="0"/>
                </a:lnTo>
                <a:moveTo>
                  <a:pt x="1658112" y="0"/>
                </a:moveTo>
                <a:lnTo>
                  <a:pt x="1681735" y="0"/>
                </a:lnTo>
                <a:lnTo>
                  <a:pt x="1681735" y="58255"/>
                </a:lnTo>
                <a:lnTo>
                  <a:pt x="1736472" y="58255"/>
                </a:lnTo>
                <a:lnTo>
                  <a:pt x="1736472" y="80861"/>
                </a:lnTo>
                <a:lnTo>
                  <a:pt x="1681735" y="80861"/>
                </a:lnTo>
                <a:lnTo>
                  <a:pt x="1681735" y="139116"/>
                </a:lnTo>
                <a:lnTo>
                  <a:pt x="1658112" y="139116"/>
                </a:lnTo>
                <a:lnTo>
                  <a:pt x="1658112" y="80861"/>
                </a:lnTo>
                <a:lnTo>
                  <a:pt x="1603375" y="80861"/>
                </a:lnTo>
                <a:lnTo>
                  <a:pt x="1603375" y="58255"/>
                </a:lnTo>
                <a:lnTo>
                  <a:pt x="1658112" y="58255"/>
                </a:lnTo>
                <a:lnTo>
                  <a:pt x="1658112" y="0"/>
                </a:lnTo>
                <a:moveTo>
                  <a:pt x="1337437" y="0"/>
                </a:moveTo>
                <a:lnTo>
                  <a:pt x="1361060" y="0"/>
                </a:lnTo>
                <a:lnTo>
                  <a:pt x="1361060" y="58255"/>
                </a:lnTo>
                <a:lnTo>
                  <a:pt x="1415797" y="58255"/>
                </a:lnTo>
                <a:lnTo>
                  <a:pt x="1415797" y="80861"/>
                </a:lnTo>
                <a:lnTo>
                  <a:pt x="1361060" y="80861"/>
                </a:lnTo>
                <a:lnTo>
                  <a:pt x="1361060" y="139116"/>
                </a:lnTo>
                <a:lnTo>
                  <a:pt x="1337437" y="139116"/>
                </a:lnTo>
                <a:lnTo>
                  <a:pt x="1337437" y="80861"/>
                </a:lnTo>
                <a:lnTo>
                  <a:pt x="1282700" y="80861"/>
                </a:lnTo>
                <a:lnTo>
                  <a:pt x="1282700" y="58255"/>
                </a:lnTo>
                <a:lnTo>
                  <a:pt x="1337437" y="58255"/>
                </a:lnTo>
                <a:lnTo>
                  <a:pt x="1337437" y="0"/>
                </a:lnTo>
                <a:moveTo>
                  <a:pt x="1016762" y="0"/>
                </a:moveTo>
                <a:lnTo>
                  <a:pt x="1040385" y="0"/>
                </a:lnTo>
                <a:lnTo>
                  <a:pt x="1040385" y="58255"/>
                </a:lnTo>
                <a:lnTo>
                  <a:pt x="1095122" y="58255"/>
                </a:lnTo>
                <a:lnTo>
                  <a:pt x="1095122" y="80861"/>
                </a:lnTo>
                <a:lnTo>
                  <a:pt x="1040385" y="80861"/>
                </a:lnTo>
                <a:lnTo>
                  <a:pt x="1040385" y="139116"/>
                </a:lnTo>
                <a:lnTo>
                  <a:pt x="1016762" y="139116"/>
                </a:lnTo>
                <a:lnTo>
                  <a:pt x="1016762" y="80861"/>
                </a:lnTo>
                <a:lnTo>
                  <a:pt x="962025" y="80861"/>
                </a:lnTo>
                <a:lnTo>
                  <a:pt x="962025" y="58255"/>
                </a:lnTo>
                <a:lnTo>
                  <a:pt x="1016762" y="58255"/>
                </a:lnTo>
                <a:lnTo>
                  <a:pt x="1016762" y="0"/>
                </a:lnTo>
                <a:moveTo>
                  <a:pt x="696087" y="0"/>
                </a:moveTo>
                <a:lnTo>
                  <a:pt x="719710" y="0"/>
                </a:lnTo>
                <a:lnTo>
                  <a:pt x="719710" y="58255"/>
                </a:lnTo>
                <a:lnTo>
                  <a:pt x="774447" y="58255"/>
                </a:lnTo>
                <a:lnTo>
                  <a:pt x="774447" y="80861"/>
                </a:lnTo>
                <a:lnTo>
                  <a:pt x="719710" y="80861"/>
                </a:lnTo>
                <a:lnTo>
                  <a:pt x="719710" y="139116"/>
                </a:lnTo>
                <a:lnTo>
                  <a:pt x="696087" y="139116"/>
                </a:lnTo>
                <a:lnTo>
                  <a:pt x="696087" y="80861"/>
                </a:lnTo>
                <a:lnTo>
                  <a:pt x="641350" y="80861"/>
                </a:lnTo>
                <a:lnTo>
                  <a:pt x="641350" y="58255"/>
                </a:lnTo>
                <a:lnTo>
                  <a:pt x="696087" y="58255"/>
                </a:lnTo>
                <a:lnTo>
                  <a:pt x="696087" y="0"/>
                </a:lnTo>
                <a:moveTo>
                  <a:pt x="375285" y="0"/>
                </a:moveTo>
                <a:lnTo>
                  <a:pt x="399035" y="0"/>
                </a:lnTo>
                <a:lnTo>
                  <a:pt x="399035" y="58255"/>
                </a:lnTo>
                <a:lnTo>
                  <a:pt x="453772" y="58255"/>
                </a:lnTo>
                <a:lnTo>
                  <a:pt x="453772" y="80861"/>
                </a:lnTo>
                <a:lnTo>
                  <a:pt x="399035" y="80861"/>
                </a:lnTo>
                <a:lnTo>
                  <a:pt x="399035" y="139116"/>
                </a:lnTo>
                <a:lnTo>
                  <a:pt x="375285" y="139116"/>
                </a:lnTo>
                <a:lnTo>
                  <a:pt x="375285" y="80861"/>
                </a:lnTo>
                <a:lnTo>
                  <a:pt x="320548" y="80861"/>
                </a:lnTo>
                <a:lnTo>
                  <a:pt x="320548" y="58255"/>
                </a:lnTo>
                <a:lnTo>
                  <a:pt x="375285" y="58255"/>
                </a:lnTo>
                <a:lnTo>
                  <a:pt x="375285" y="0"/>
                </a:lnTo>
                <a:moveTo>
                  <a:pt x="54610" y="0"/>
                </a:moveTo>
                <a:lnTo>
                  <a:pt x="78360" y="0"/>
                </a:lnTo>
                <a:lnTo>
                  <a:pt x="78360" y="58255"/>
                </a:lnTo>
                <a:lnTo>
                  <a:pt x="133097" y="58255"/>
                </a:lnTo>
                <a:lnTo>
                  <a:pt x="133097" y="80861"/>
                </a:lnTo>
                <a:lnTo>
                  <a:pt x="78360" y="80861"/>
                </a:lnTo>
                <a:lnTo>
                  <a:pt x="78360" y="139116"/>
                </a:lnTo>
                <a:lnTo>
                  <a:pt x="54610" y="139116"/>
                </a:lnTo>
                <a:lnTo>
                  <a:pt x="54610" y="80861"/>
                </a:lnTo>
                <a:lnTo>
                  <a:pt x="-126" y="80861"/>
                </a:lnTo>
                <a:lnTo>
                  <a:pt x="-126" y="58255"/>
                </a:lnTo>
                <a:lnTo>
                  <a:pt x="54610" y="58255"/>
                </a:lnTo>
                <a:lnTo>
                  <a:pt x="5461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8" name="F8E6CF8D-6FFC-494C-534F-3A44DAA2FD99"/>
          <p:cNvPicPr>
            <a:picLocks noChangeAspect="1"/>
          </p:cNvPicPr>
          <p:nvPr/>
        </p:nvPicPr>
        <p:blipFill>
          <a:blip r:embed="rId5" cstate="print">
            <a:extLst>
              <a:ext uri="{6C2334F5-4C4C-45DD-C309-1962A8C3B4D1}"/>
            </a:extLst>
          </a:blip>
          <a:srcRect/>
          <a:stretch>
            <a:fillRect/>
          </a:stretch>
        </p:blipFill>
        <p:spPr>
          <a:xfrm>
            <a:off x="0" y="0"/>
            <a:ext cx="3424767" cy="6117167"/>
          </a:xfrm>
          <a:prstGeom prst="rect">
            <a:avLst/>
          </a:prstGeom>
        </p:spPr>
      </p:pic>
      <p:sp>
        <p:nvSpPr>
          <p:cNvPr id="49" name="TextBox49"/>
          <p:cNvSpPr txBox="1"/>
          <p:nvPr/>
        </p:nvSpPr>
        <p:spPr>
          <a:xfrm>
            <a:off x="5403850" y="1851025"/>
            <a:ext cx="1384300" cy="4191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9848"/>
              </a:lnSpc>
            </a:pPr>
            <a:r>
              <a:rPr lang="en-US" altLang="zh-CN" sz="275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PART</a:t>
            </a:r>
            <a:r>
              <a:rPr baseline="0" lang="en-US" altLang="zh-CN" sz="2750" kern="0" spc="-15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275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01</a:t>
            </a:r>
          </a:p>
        </p:txBody>
      </p:sp>
      <p:sp>
        <p:nvSpPr>
          <p:cNvPr id="50" name="TextBox50"/>
          <p:cNvSpPr txBox="1"/>
          <p:nvPr/>
        </p:nvSpPr>
        <p:spPr>
          <a:xfrm>
            <a:off x="3284220" y="3075305"/>
            <a:ext cx="5438775" cy="133350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75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背</a:t>
            </a:r>
            <a:r>
              <a:rPr baseline="0" lang="en-US" altLang="zh-CN" sz="8750" kern="0" spc="1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875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景</a:t>
            </a:r>
            <a:r>
              <a:rPr baseline="0" lang="en-US" altLang="zh-CN" sz="8750" kern="0" spc="1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875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介</a:t>
            </a:r>
            <a:r>
              <a:rPr baseline="0" lang="en-US" altLang="zh-CN" sz="8750" kern="0" spc="-40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8750" kern="0" spc="-15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绍</a:t>
            </a:r>
          </a:p>
        </p:txBody>
      </p:sp>
      <p:sp>
        <p:nvSpPr>
          <p:cNvPr id="51" name="TextBox51"/>
          <p:cNvSpPr txBox="1"/>
          <p:nvPr/>
        </p:nvSpPr>
        <p:spPr>
          <a:xfrm>
            <a:off x="5749291" y="6091555"/>
            <a:ext cx="2092325" cy="18415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e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d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u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s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p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h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e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r</a:t>
            </a:r>
            <a:r>
              <a:rPr baseline="0" lang="en-US" altLang="zh-CN" sz="1200" kern="0" spc="-15" noProof="0" dirty="0" smtClean="0"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e</a:t>
            </a:r>
          </a:p>
        </p:txBody>
      </p:sp>
    </p:spTree>
    <p:extLst>
      <p:ext uri="{97F7A5F2-EAEC-4AB3-ED85-7E2FAA017B84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F6B77985-5E3C-436A-3EB3-53A927373DED}"/>
  </a:extLst>
</a:theme>
</file>